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52b2e1530d485b" /><Relationship Type="http://schemas.openxmlformats.org/officeDocument/2006/relationships/extended-properties" Target="/docProps/app.xml" Id="R19dffe0fcbbd41b7" /><Relationship Type="http://schemas.openxmlformats.org/officeDocument/2006/relationships/officeDocument" Target="/ppt/presentation.xml" Id="R6e78391886ab4859" /></Relationships>
</file>

<file path=ppt/presentation.xml><?xml version="1.0" encoding="utf-8"?>
<p:presentation xmlns:p="http://schemas.openxmlformats.org/presentationml/2006/main">
  <p:sldMasterIdLst>
    <p:sldMasterId xmlns:r="http://schemas.openxmlformats.org/officeDocument/2006/relationships" id="2147483648" r:id="R0dca0f8d9bbd47dc"/>
  </p:sldMasterIdLst>
  <p:notesMasterIdLst>
    <p:notesMasterId xmlns:r="http://schemas.openxmlformats.org/officeDocument/2006/relationships" r:id="Re07fe24873d3486e"/>
  </p:notesMasterIdLst>
  <p:sldIdLst>
    <p:sldId xmlns:r="http://schemas.openxmlformats.org/officeDocument/2006/relationships" id="256" r:id="Ra1e9f8adc4704953"/>
    <p:sldId xmlns:r="http://schemas.openxmlformats.org/officeDocument/2006/relationships" id="257" r:id="R1932c7f04fb14590"/>
    <p:sldId xmlns:r="http://schemas.openxmlformats.org/officeDocument/2006/relationships" id="258" r:id="R813a50f00781484b"/>
    <p:sldId xmlns:r="http://schemas.openxmlformats.org/officeDocument/2006/relationships" id="259" r:id="R0928d7472ba54d70"/>
    <p:sldId xmlns:r="http://schemas.openxmlformats.org/officeDocument/2006/relationships" id="260" r:id="R5e8bc033b5b740ac"/>
    <p:sldId xmlns:r="http://schemas.openxmlformats.org/officeDocument/2006/relationships" id="261" r:id="R2d95656e32964f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55633097314794" /><Relationship Type="http://schemas.openxmlformats.org/officeDocument/2006/relationships/slideMaster" Target="/ppt/slideMasters/slideMaster1.xml" Id="R0dca0f8d9bbd47dc" /><Relationship Type="http://schemas.openxmlformats.org/officeDocument/2006/relationships/notesMaster" Target="/ppt/notesMasters/notesMaster1.xml" Id="Re07fe24873d3486e" /><Relationship Type="http://schemas.openxmlformats.org/officeDocument/2006/relationships/presProps" Target="/ppt/presProps.xml" Id="R26e41f5938f44bda" /><Relationship Type="http://schemas.openxmlformats.org/officeDocument/2006/relationships/tableStyles" Target="/ppt/tableStyles.xml" Id="R1cf021fed0e44c36" /><Relationship Type="http://schemas.openxmlformats.org/officeDocument/2006/relationships/slide" Target="/ppt/slides/slide1.xml" Id="Ra1e9f8adc4704953" /><Relationship Type="http://schemas.openxmlformats.org/officeDocument/2006/relationships/slide" Target="/ppt/slides/slide2.xml" Id="R1932c7f04fb14590" /><Relationship Type="http://schemas.openxmlformats.org/officeDocument/2006/relationships/slide" Target="/ppt/slides/slide3.xml" Id="R813a50f00781484b" /><Relationship Type="http://schemas.openxmlformats.org/officeDocument/2006/relationships/slide" Target="/ppt/slides/slide4.xml" Id="R0928d7472ba54d70" /><Relationship Type="http://schemas.openxmlformats.org/officeDocument/2006/relationships/slide" Target="/ppt/slides/slide5.xml" Id="R5e8bc033b5b740ac" /><Relationship Type="http://schemas.openxmlformats.org/officeDocument/2006/relationships/slide" Target="/ppt/slides/slide6.xml" Id="R2d95656e32964f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8f0bab907742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2c24f0190c428b" /><Relationship Type="http://schemas.openxmlformats.org/officeDocument/2006/relationships/notesMaster" Target="/ppt/notesMasters/notesMaster1.xml" Id="Ra9b7344f96f24b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2bca6713ee4185" /><Relationship Type="http://schemas.openxmlformats.org/officeDocument/2006/relationships/notesMaster" Target="/ppt/notesMasters/notesMaster1.xml" Id="R7144a012575748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eccf9909f34bcf" /><Relationship Type="http://schemas.openxmlformats.org/officeDocument/2006/relationships/notesMaster" Target="/ppt/notesMasters/notesMaster1.xml" Id="R9dd034e656344c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440394281c4aa6" /><Relationship Type="http://schemas.openxmlformats.org/officeDocument/2006/relationships/notesMaster" Target="/ppt/notesMasters/notesMaster1.xml" Id="Re7d237e995064d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363800d3dc492b" /><Relationship Type="http://schemas.openxmlformats.org/officeDocument/2006/relationships/notesMaster" Target="/ppt/notesMasters/notesMaster1.xml" Id="Ra4e0f1414ef24d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3c522132f949a1" /><Relationship Type="http://schemas.openxmlformats.org/officeDocument/2006/relationships/notesMaster" Target="/ppt/notesMasters/notesMaster1.xml" Id="R039f8c60eb3549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operational question: at dispatch, estimate actual delivery duration. State the real-data result: Random Forest, MAE 16.85 minutes and R² 0.821 on the comparison split. The result is exploratory because the same split was used to choose the candidate and target units need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an estimate for decision support. Our target is the actual delivery duration in minutes, often named time_taken(min) in this dataset family.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listing is community-contributed. The row count and license vary by listing/version, so verify the exact file before reporting. Features are restricted to information available at the chosen prediction time. Source listing: https://www.kaggle.com/datasets/sujalsuthar/amazon-delivery-dataset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pipeline from inspection through comparison. The current trainer uses one random 80/20 holdout. For stronger evidence, use repeated or time/grouped validation before a real operational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serialized joblib contains both learned preprocessing and the Random Forest estimator. The ZIP contains the model, metrics, manifest with feature schema and checksum, and pinned requirements. Flask loads this artifact at startup and uses the same feature-preparation path for predictions. The dataset used nine active inputs; all-empty columns were not part of the trained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CSV has 43,739 rows; the comparison split had 8,748 deliveries, with 34,991 in the training partition. Random Forest had test MAE 16.85 minutes, RMSE 21.83, MAPE 15.57%, and R² 0.821. Three-fold shuffled CV on up to 12,000 sampled training rows gave MAE 17.92. The trainer chose the winner using this same 20% comparison split, so the result is exploratory and may be optimistic. The target median is 125 minutes and range is 10–270; verify units. Before any operational claim, evaluate once on an untouched temporal or geographic test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6dc02cb53040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359db449e44e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efd6bdf07b47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5e0fcc57f84d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6d75a61201949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20ccb7a5384a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A61FB4-0E13-453C-B427-9CA1D76D30F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3EB8CA4-1664-4951-A525-3054311B6E0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8B4EDE5-517D-4AF7-9783-99765F3FEB9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D220AE-9C6A-4B50-8527-344BA750C6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6B07B7D-9ECD-4CFB-A55C-5CF5D83EA1D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A485D4-FC47-468A-AD5F-C392EAF171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4D9541-0F06-4FD2-BFCE-90C325E0C4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BFF655-CD35-4B4D-A984-CCE15C3EAC5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DCA979-EE88-4081-9C28-C83997B8F2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CBAD42-C637-4471-8263-5545A56016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2b715f2fa548c2" /><Relationship Type="http://schemas.openxmlformats.org/officeDocument/2006/relationships/slideLayout" Target="/ppt/slideLayouts/slideLayout1.xml" Id="R0c11ec09fb0b4476" /><Relationship Type="http://schemas.openxmlformats.org/officeDocument/2006/relationships/slideLayout" Target="/ppt/slideLayouts/slideLayout2.xml" Id="R5fe31dee62df4240" /><Relationship Type="http://schemas.openxmlformats.org/officeDocument/2006/relationships/slideLayout" Target="/ppt/slideLayouts/slideLayout3.xml" Id="Rcce6745d68bd4985" /><Relationship Type="http://schemas.openxmlformats.org/officeDocument/2006/relationships/slideLayout" Target="/ppt/slideLayouts/slideLayout4.xml" Id="R2a466f42461844d5" /><Relationship Type="http://schemas.openxmlformats.org/officeDocument/2006/relationships/slideLayout" Target="/ppt/slideLayouts/slideLayout5.xml" Id="Rba0015ccd4994f4a" /><Relationship Type="http://schemas.openxmlformats.org/officeDocument/2006/relationships/slideLayout" Target="/ppt/slideLayouts/slideLayout6.xml" Id="Ra677fe44e55a40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11ec09fb0b4476"/>
    <p:sldLayoutId xmlns:r="http://schemas.openxmlformats.org/officeDocument/2006/relationships" id="2147483650" r:id="R5fe31dee62df4240"/>
    <p:sldLayoutId xmlns:r="http://schemas.openxmlformats.org/officeDocument/2006/relationships" id="2147483651" r:id="Rcce6745d68bd4985"/>
    <p:sldLayoutId xmlns:r="http://schemas.openxmlformats.org/officeDocument/2006/relationships" id="2147483652" r:id="R2a466f42461844d5"/>
    <p:sldLayoutId xmlns:r="http://schemas.openxmlformats.org/officeDocument/2006/relationships" id="2147483653" r:id="Rba0015ccd4994f4a"/>
    <p:sldLayoutId xmlns:r="http://schemas.openxmlformats.org/officeDocument/2006/relationships" id="2147483654" r:id="Ra677fe44e55a40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1a84b9890144a79" /><Relationship Type="http://schemas.openxmlformats.org/officeDocument/2006/relationships/notesSlide" Target="/ppt/notesSlides/notesSlide1.xml" Id="R2a83005b394844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0c82863b19a4fc0" /><Relationship Type="http://schemas.openxmlformats.org/officeDocument/2006/relationships/notesSlide" Target="/ppt/notesSlides/notesSlide2.xml" Id="Reab8e38c00ec4c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5fbd71f19e442cc" /><Relationship Type="http://schemas.openxmlformats.org/officeDocument/2006/relationships/notesSlide" Target="/ppt/notesSlides/notesSlide3.xml" Id="Radadb5eecd9143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cc0f91cd74f4f59" /><Relationship Type="http://schemas.openxmlformats.org/officeDocument/2006/relationships/notesSlide" Target="/ppt/notesSlides/notesSlide4.xml" Id="R9e86050db20149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26dfcb0bbf448d7" /><Relationship Type="http://schemas.openxmlformats.org/officeDocument/2006/relationships/notesSlide" Target="/ppt/notesSlides/notesSlide5.xml" Id="R2cd79dbdcf3048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866c43db114cc7" /><Relationship Type="http://schemas.openxmlformats.org/officeDocument/2006/relationships/notesSlide" Target="/ppt/notesSlides/notesSlide6.xml" Id="R66ae368b198845c6" /></Relationships>
</file>

<file path=ppt/slides/slide1.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DEF07ED-9C76-4D86-9B39-0474AC38C143}"/>
              </a:ext>
            </a:extLst>
          </p:cNvPr>
          <p:cNvSpPr>
            <a:spLocks xmlns:a="http://schemas.openxmlformats.org/drawingml/2006/main" noGrp="1"/>
          </p:cNvSpPr>
          <p:nvPr/>
        </p:nvSpPr>
        <p:spPr>
          <a:xfrm xmlns:a="http://schemas.openxmlformats.org/drawingml/2006/main">
            <a:off x="609600" y="876300"/>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900" b="1">
                <a:solidFill>
                  <a:srgbClr val="FFFFFF"/>
                </a:solidFill>
              </a:defRPr>
            </a:defPPr>
            <a:lvl1pPr>
              <a:buNone/>
              <a:defRPr sz="3900" b="1">
                <a:solidFill>
                  <a:srgbClr val="FFFFFF"/>
                </a:solidFill>
              </a:defRPr>
            </a:lvl1pPr>
            <a:lvl2pPr>
              <a:buNone/>
              <a:defRPr sz="3900" b="1">
                <a:solidFill>
                  <a:srgbClr val="FFFFFF"/>
                </a:solidFill>
              </a:defRPr>
            </a:lvl2pPr>
            <a:lvl3pPr>
              <a:buNone/>
              <a:defRPr sz="3900" b="1">
                <a:solidFill>
                  <a:srgbClr val="FFFFFF"/>
                </a:solidFill>
              </a:defRPr>
            </a:lvl3pPr>
            <a:lvl4pPr>
              <a:buNone/>
              <a:defRPr sz="3900" b="1">
                <a:solidFill>
                  <a:srgbClr val="FFFFFF"/>
                </a:solidFill>
              </a:defRPr>
            </a:lvl4pPr>
            <a:lvl5pPr>
              <a:buNone/>
              <a:defRPr sz="3900" b="1">
                <a:solidFill>
                  <a:srgbClr val="FFFFFF"/>
                </a:solidFill>
              </a:defRPr>
            </a:lvl5pPr>
            <a:lvl6pPr>
              <a:buNone/>
              <a:defRPr sz="3900" b="1">
                <a:solidFill>
                  <a:srgbClr val="FFFFFF"/>
                </a:solidFill>
              </a:defRPr>
            </a:lvl6pPr>
            <a:lvl7pPr>
              <a:buNone/>
              <a:defRPr sz="3900" b="1">
                <a:solidFill>
                  <a:srgbClr val="FFFFFF"/>
                </a:solidFill>
              </a:defRPr>
            </a:lvl7pPr>
            <a:lvl8pPr>
              <a:buNone/>
              <a:defRPr sz="3900" b="1">
                <a:solidFill>
                  <a:srgbClr val="FFFFFF"/>
                </a:solidFill>
              </a:defRPr>
            </a:lvl8pPr>
            <a:lvl9pPr>
              <a:buNone/>
              <a:defRPr sz="3900" b="1">
                <a:solidFill>
                  <a:srgbClr val="FFFFFF"/>
                </a:solidFill>
              </a:defRPr>
            </a:lvl9pPr>
          </a:lstStyle>
          <a:p xmlns:a="http://schemas.openxmlformats.org/drawingml/2006/main">
            <a:pPr>
              <a:buNone/>
              <a:defRPr sz="3900" b="1">
                <a:solidFill>
                  <a:srgbClr val="FFFFFF"/>
                </a:solidFill>
              </a:defRPr>
            </a:pPr>
            <a:r>
              <a:rPr sz="3900" b="1">
                <a:solidFill>
                  <a:srgbClr val="FFFFFF"/>
                </a:solidFill>
              </a:rPr>
              <a:t>Last-Mile Delivery</a:t>
            </a:r>
          </a:p>
          <a:p xmlns:a="http://schemas.openxmlformats.org/drawingml/2006/main">
            <a:pPr>
              <a:buNone/>
              <a:defRPr sz="3900" b="1">
                <a:solidFill>
                  <a:srgbClr val="FFFFFF"/>
                </a:solidFill>
              </a:defRPr>
            </a:pPr>
            <a:r>
              <a:rPr sz="3900" b="1">
                <a:solidFill>
                  <a:srgbClr val="FFFFFF"/>
                </a:solidFill>
              </a:rPr>
              <a:t>ETA Prediction</a:t>
            </a:r>
          </a:p>
        </p:txBody>
      </p:sp>
      <p:sp>
        <p:nvSpPr>
          <p:cNvPr id="2" name="">
            <a:extLst xmlns:a="http://schemas.openxmlformats.org/drawingml/2006/main">
              <a:ext uri="{FF2B5EF4-FFF2-40B4-BE49-F238E27FC236}">
                <a16:creationId xmlns:a16="http://schemas.microsoft.com/office/drawing/2014/main" id="{9C7B6A12-3FC0-4E30-9223-B579483257F4}"/>
              </a:ext>
            </a:extLst>
          </p:cNvPr>
          <p:cNvSpPr>
            <a:spLocks xmlns:a="http://schemas.openxmlformats.org/drawingml/2006/main" noGrp="1"/>
          </p:cNvSpPr>
          <p:nvPr/>
        </p:nvSpPr>
        <p:spPr>
          <a:xfrm xmlns:a="http://schemas.openxmlformats.org/drawingml/2006/main">
            <a:off x="609600" y="3667125"/>
            <a:ext cx="819150" cy="57150"/>
          </a:xfrm>
          <a:prstGeom xmlns:a="http://schemas.openxmlformats.org/drawingml/2006/main" prst="roundRect">
            <a:avLst>
              <a:gd name="adj" fmla="val 50000"/>
            </a:avLst>
          </a:prstGeom>
          <a:solidFill xmlns:a="http://schemas.openxmlformats.org/drawingml/2006/main">
            <a:srgbClr val="36B3C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4C1B22E-CA02-440F-9BF1-4D3B67553F1E}"/>
              </a:ext>
            </a:extLst>
          </p:cNvPr>
          <p:cNvSpPr>
            <a:spLocks xmlns:a="http://schemas.openxmlformats.org/drawingml/2006/main" noGrp="1"/>
          </p:cNvSpPr>
          <p:nvPr/>
        </p:nvSpPr>
        <p:spPr>
          <a:xfrm xmlns:a="http://schemas.openxmlformats.org/drawingml/2006/main">
            <a:off x="609600" y="3990975"/>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0">
                <a:solidFill>
                  <a:srgbClr val="D8E4F0"/>
                </a:solidFill>
              </a:defRPr>
            </a:defPPr>
            <a:lvl1pPr>
              <a:buNone/>
              <a:defRPr sz="1875" b="0">
                <a:solidFill>
                  <a:srgbClr val="D8E4F0"/>
                </a:solidFill>
              </a:defRPr>
            </a:lvl1pPr>
            <a:lvl2pPr>
              <a:buNone/>
              <a:defRPr sz="1875" b="0">
                <a:solidFill>
                  <a:srgbClr val="D8E4F0"/>
                </a:solidFill>
              </a:defRPr>
            </a:lvl2pPr>
            <a:lvl3pPr>
              <a:buNone/>
              <a:defRPr sz="1875" b="0">
                <a:solidFill>
                  <a:srgbClr val="D8E4F0"/>
                </a:solidFill>
              </a:defRPr>
            </a:lvl3pPr>
            <a:lvl4pPr>
              <a:buNone/>
              <a:defRPr sz="1875" b="0">
                <a:solidFill>
                  <a:srgbClr val="D8E4F0"/>
                </a:solidFill>
              </a:defRPr>
            </a:lvl4pPr>
            <a:lvl5pPr>
              <a:buNone/>
              <a:defRPr sz="1875" b="0">
                <a:solidFill>
                  <a:srgbClr val="D8E4F0"/>
                </a:solidFill>
              </a:defRPr>
            </a:lvl5pPr>
            <a:lvl6pPr>
              <a:buNone/>
              <a:defRPr sz="1875" b="0">
                <a:solidFill>
                  <a:srgbClr val="D8E4F0"/>
                </a:solidFill>
              </a:defRPr>
            </a:lvl6pPr>
            <a:lvl7pPr>
              <a:buNone/>
              <a:defRPr sz="1875" b="0">
                <a:solidFill>
                  <a:srgbClr val="D8E4F0"/>
                </a:solidFill>
              </a:defRPr>
            </a:lvl7pPr>
            <a:lvl8pPr>
              <a:buNone/>
              <a:defRPr sz="1875" b="0">
                <a:solidFill>
                  <a:srgbClr val="D8E4F0"/>
                </a:solidFill>
              </a:defRPr>
            </a:lvl8pPr>
            <a:lvl9pPr>
              <a:buNone/>
              <a:defRPr sz="1875" b="0">
                <a:solidFill>
                  <a:srgbClr val="D8E4F0"/>
                </a:solidFill>
              </a:defRPr>
            </a:lvl9pPr>
          </a:lstStyle>
          <a:p xmlns:a="http://schemas.openxmlformats.org/drawingml/2006/main">
            <a:pPr>
              <a:buNone/>
              <a:defRPr sz="1875" b="0">
                <a:solidFill>
                  <a:srgbClr val="D8E4F0"/>
                </a:solidFill>
              </a:defRPr>
            </a:pPr>
            <a:r>
              <a:rPr sz="1875" b="0">
                <a:solidFill>
                  <a:srgbClr val="D8E4F0"/>
                </a:solidFill>
              </a:rPr>
              <a:t>Predicting delivery duration at dispatch</a:t>
            </a:r>
          </a:p>
        </p:txBody>
      </p:sp>
      <p:sp>
        <p:nvSpPr>
          <p:cNvPr id="4" name="">
            <a:extLst xmlns:a="http://schemas.openxmlformats.org/drawingml/2006/main">
              <a:ext uri="{FF2B5EF4-FFF2-40B4-BE49-F238E27FC236}">
                <a16:creationId xmlns:a16="http://schemas.microsoft.com/office/drawing/2014/main" id="{7DE7BDDD-EA74-4CB4-BF7C-F29448A597A3}"/>
              </a:ext>
            </a:extLst>
          </p:cNvPr>
          <p:cNvSpPr>
            <a:spLocks xmlns:a="http://schemas.openxmlformats.org/drawingml/2006/main" noGrp="1"/>
          </p:cNvSpPr>
          <p:nvPr/>
        </p:nvSpPr>
        <p:spPr>
          <a:xfrm xmlns:a="http://schemas.openxmlformats.org/drawingml/2006/main">
            <a:off x="609600" y="4581525"/>
            <a:ext cx="809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FC2D3"/>
                </a:solidFill>
              </a:defRPr>
            </a:defPPr>
            <a:lvl1pPr>
              <a:buNone/>
              <a:defRPr sz="1350" b="0">
                <a:solidFill>
                  <a:srgbClr val="AFC2D3"/>
                </a:solidFill>
              </a:defRPr>
            </a:lvl1pPr>
            <a:lvl2pPr>
              <a:buNone/>
              <a:defRPr sz="1350" b="0">
                <a:solidFill>
                  <a:srgbClr val="AFC2D3"/>
                </a:solidFill>
              </a:defRPr>
            </a:lvl2pPr>
            <a:lvl3pPr>
              <a:buNone/>
              <a:defRPr sz="1350" b="0">
                <a:solidFill>
                  <a:srgbClr val="AFC2D3"/>
                </a:solidFill>
              </a:defRPr>
            </a:lvl3pPr>
            <a:lvl4pPr>
              <a:buNone/>
              <a:defRPr sz="1350" b="0">
                <a:solidFill>
                  <a:srgbClr val="AFC2D3"/>
                </a:solidFill>
              </a:defRPr>
            </a:lvl4pPr>
            <a:lvl5pPr>
              <a:buNone/>
              <a:defRPr sz="1350" b="0">
                <a:solidFill>
                  <a:srgbClr val="AFC2D3"/>
                </a:solidFill>
              </a:defRPr>
            </a:lvl5pPr>
            <a:lvl6pPr>
              <a:buNone/>
              <a:defRPr sz="1350" b="0">
                <a:solidFill>
                  <a:srgbClr val="AFC2D3"/>
                </a:solidFill>
              </a:defRPr>
            </a:lvl6pPr>
            <a:lvl7pPr>
              <a:buNone/>
              <a:defRPr sz="1350" b="0">
                <a:solidFill>
                  <a:srgbClr val="AFC2D3"/>
                </a:solidFill>
              </a:defRPr>
            </a:lvl7pPr>
            <a:lvl8pPr>
              <a:buNone/>
              <a:defRPr sz="1350" b="0">
                <a:solidFill>
                  <a:srgbClr val="AFC2D3"/>
                </a:solidFill>
              </a:defRPr>
            </a:lvl8pPr>
            <a:lvl9pPr>
              <a:buNone/>
              <a:defRPr sz="1350" b="0">
                <a:solidFill>
                  <a:srgbClr val="AFC2D3"/>
                </a:solidFill>
              </a:defRPr>
            </a:lvl9pPr>
          </a:lstStyle>
          <a:p xmlns:a="http://schemas.openxmlformats.org/drawingml/2006/main">
            <a:pPr>
              <a:buNone/>
              <a:defRPr sz="1350" b="0">
                <a:solidFill>
                  <a:srgbClr val="AFC2D3"/>
                </a:solidFill>
              </a:defRPr>
            </a:pPr>
            <a:r>
              <a:rPr sz="1350" b="0">
                <a:solidFill>
                  <a:srgbClr val="AFC2D3"/>
                </a:solidFill>
              </a:rPr>
              <a:t>Machine learning project  ·  Regression  ·  Interactive prototype</a:t>
            </a:r>
          </a:p>
        </p:txBody>
      </p:sp>
      <p:sp>
        <p:nvSpPr>
          <p:cNvPr id="5" name="">
            <a:extLst xmlns:a="http://schemas.openxmlformats.org/drawingml/2006/main">
              <a:ext uri="{FF2B5EF4-FFF2-40B4-BE49-F238E27FC236}">
                <a16:creationId xmlns:a16="http://schemas.microsoft.com/office/drawing/2014/main" id="{12DEFA12-B5A6-4215-8EF8-0F806C7593FE}"/>
              </a:ext>
            </a:extLst>
          </p:cNvPr>
          <p:cNvSpPr>
            <a:spLocks xmlns:a="http://schemas.openxmlformats.org/drawingml/2006/main" noGrp="1"/>
          </p:cNvSpPr>
          <p:nvPr/>
        </p:nvSpPr>
        <p:spPr>
          <a:xfrm xmlns:a="http://schemas.openxmlformats.org/drawingml/2006/main">
            <a:off x="8477250" y="1524000"/>
            <a:ext cx="19050" cy="3476625"/>
          </a:xfrm>
          <a:prstGeom xmlns:a="http://schemas.openxmlformats.org/drawingml/2006/main" prst="rect">
            <a:avLst/>
          </a:prstGeom>
          <a:solidFill xmlns:a="http://schemas.openxmlformats.org/drawingml/2006/main">
            <a:srgbClr val="46627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70812A6-20B8-4B44-9F56-597550EB9A78}"/>
              </a:ext>
            </a:extLst>
          </p:cNvPr>
          <p:cNvSpPr>
            <a:spLocks xmlns:a="http://schemas.openxmlformats.org/drawingml/2006/main" noGrp="1"/>
          </p:cNvSpPr>
          <p:nvPr/>
        </p:nvSpPr>
        <p:spPr>
          <a:xfrm xmlns:a="http://schemas.openxmlformats.org/drawingml/2006/main">
            <a:off x="8248650" y="1790700"/>
            <a:ext cx="476250" cy="476250"/>
          </a:xfrm>
          <a:prstGeom xmlns:a="http://schemas.openxmlformats.org/drawingml/2006/main" prst="roundRect">
            <a:avLst>
              <a:gd name="adj" fmla="val 16000"/>
            </a:avLst>
          </a:prstGeom>
          <a:solidFill xmlns:a="http://schemas.openxmlformats.org/drawingml/2006/main">
            <a:srgbClr val="36B3C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73D04BE-FA6F-44C4-A213-B3A6805C7902}"/>
              </a:ext>
            </a:extLst>
          </p:cNvPr>
          <p:cNvSpPr>
            <a:spLocks xmlns:a="http://schemas.openxmlformats.org/drawingml/2006/main" noGrp="1"/>
          </p:cNvSpPr>
          <p:nvPr/>
        </p:nvSpPr>
        <p:spPr>
          <a:xfrm xmlns:a="http://schemas.openxmlformats.org/drawingml/2006/main">
            <a:off x="8362950" y="18383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FFFFFF"/>
                </a:solidFill>
              </a:defRPr>
            </a:defPPr>
            <a:lvl1pPr>
              <a:buNone/>
              <a:defRPr sz="1725" b="1">
                <a:solidFill>
                  <a:srgbClr val="FFFFFF"/>
                </a:solidFill>
              </a:defRPr>
            </a:lvl1pPr>
            <a:lvl2pPr>
              <a:buNone/>
              <a:defRPr sz="1725" b="1">
                <a:solidFill>
                  <a:srgbClr val="FFFFFF"/>
                </a:solidFill>
              </a:defRPr>
            </a:lvl2pPr>
            <a:lvl3pPr>
              <a:buNone/>
              <a:defRPr sz="1725" b="1">
                <a:solidFill>
                  <a:srgbClr val="FFFFFF"/>
                </a:solidFill>
              </a:defRPr>
            </a:lvl3pPr>
            <a:lvl4pPr>
              <a:buNone/>
              <a:defRPr sz="1725" b="1">
                <a:solidFill>
                  <a:srgbClr val="FFFFFF"/>
                </a:solidFill>
              </a:defRPr>
            </a:lvl4pPr>
            <a:lvl5pPr>
              <a:buNone/>
              <a:defRPr sz="1725" b="1">
                <a:solidFill>
                  <a:srgbClr val="FFFFFF"/>
                </a:solidFill>
              </a:defRPr>
            </a:lvl5pPr>
            <a:lvl6pPr>
              <a:buNone/>
              <a:defRPr sz="1725" b="1">
                <a:solidFill>
                  <a:srgbClr val="FFFFFF"/>
                </a:solidFill>
              </a:defRPr>
            </a:lvl6pPr>
            <a:lvl7pPr>
              <a:buNone/>
              <a:defRPr sz="1725" b="1">
                <a:solidFill>
                  <a:srgbClr val="FFFFFF"/>
                </a:solidFill>
              </a:defRPr>
            </a:lvl7pPr>
            <a:lvl8pPr>
              <a:buNone/>
              <a:defRPr sz="1725" b="1">
                <a:solidFill>
                  <a:srgbClr val="FFFFFF"/>
                </a:solidFill>
              </a:defRPr>
            </a:lvl8pPr>
            <a:lvl9pPr>
              <a:buNone/>
              <a:defRPr sz="1725" b="1">
                <a:solidFill>
                  <a:srgbClr val="FFFFFF"/>
                </a:solidFill>
              </a:defRPr>
            </a:lvl9pPr>
          </a:lstStyle>
          <a:p xmlns:a="http://schemas.openxmlformats.org/drawingml/2006/main">
            <a:pPr>
              <a:buNone/>
              <a:defRPr sz="1725" b="1">
                <a:solidFill>
                  <a:srgbClr val="FFFFFF"/>
                </a:solidFill>
              </a:defRPr>
            </a:pPr>
            <a:r>
              <a:rPr sz="1725" b="1">
                <a:solidFill>
                  <a:srgbClr val="FFFFFF"/>
                </a:solidFill>
              </a:rPr>
              <a:t>●</a:t>
            </a:r>
          </a:p>
        </p:txBody>
      </p:sp>
      <p:sp>
        <p:nvSpPr>
          <p:cNvPr id="8" name="">
            <a:extLst xmlns:a="http://schemas.openxmlformats.org/drawingml/2006/main">
              <a:ext uri="{FF2B5EF4-FFF2-40B4-BE49-F238E27FC236}">
                <a16:creationId xmlns:a16="http://schemas.microsoft.com/office/drawing/2014/main" id="{C0C2CCA9-5A82-4019-A77D-E3A40DF69938}"/>
              </a:ext>
            </a:extLst>
          </p:cNvPr>
          <p:cNvSpPr>
            <a:spLocks xmlns:a="http://schemas.openxmlformats.org/drawingml/2006/main" noGrp="1"/>
          </p:cNvSpPr>
          <p:nvPr/>
        </p:nvSpPr>
        <p:spPr>
          <a:xfrm xmlns:a="http://schemas.openxmlformats.org/drawingml/2006/main">
            <a:off x="8915400" y="187642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D8E4F0"/>
                </a:solidFill>
              </a:defRPr>
            </a:defPPr>
            <a:lvl1pPr>
              <a:buNone/>
              <a:defRPr sz="1200" b="1">
                <a:solidFill>
                  <a:srgbClr val="D8E4F0"/>
                </a:solidFill>
              </a:defRPr>
            </a:lvl1pPr>
            <a:lvl2pPr>
              <a:buNone/>
              <a:defRPr sz="1200" b="1">
                <a:solidFill>
                  <a:srgbClr val="D8E4F0"/>
                </a:solidFill>
              </a:defRPr>
            </a:lvl2pPr>
            <a:lvl3pPr>
              <a:buNone/>
              <a:defRPr sz="1200" b="1">
                <a:solidFill>
                  <a:srgbClr val="D8E4F0"/>
                </a:solidFill>
              </a:defRPr>
            </a:lvl3pPr>
            <a:lvl4pPr>
              <a:buNone/>
              <a:defRPr sz="1200" b="1">
                <a:solidFill>
                  <a:srgbClr val="D8E4F0"/>
                </a:solidFill>
              </a:defRPr>
            </a:lvl4pPr>
            <a:lvl5pPr>
              <a:buNone/>
              <a:defRPr sz="1200" b="1">
                <a:solidFill>
                  <a:srgbClr val="D8E4F0"/>
                </a:solidFill>
              </a:defRPr>
            </a:lvl5pPr>
            <a:lvl6pPr>
              <a:buNone/>
              <a:defRPr sz="1200" b="1">
                <a:solidFill>
                  <a:srgbClr val="D8E4F0"/>
                </a:solidFill>
              </a:defRPr>
            </a:lvl6pPr>
            <a:lvl7pPr>
              <a:buNone/>
              <a:defRPr sz="1200" b="1">
                <a:solidFill>
                  <a:srgbClr val="D8E4F0"/>
                </a:solidFill>
              </a:defRPr>
            </a:lvl7pPr>
            <a:lvl8pPr>
              <a:buNone/>
              <a:defRPr sz="1200" b="1">
                <a:solidFill>
                  <a:srgbClr val="D8E4F0"/>
                </a:solidFill>
              </a:defRPr>
            </a:lvl8pPr>
            <a:lvl9pPr>
              <a:buNone/>
              <a:defRPr sz="1200" b="1">
                <a:solidFill>
                  <a:srgbClr val="D8E4F0"/>
                </a:solidFill>
              </a:defRPr>
            </a:lvl9pPr>
          </a:lstStyle>
          <a:p xmlns:a="http://schemas.openxmlformats.org/drawingml/2006/main">
            <a:pPr>
              <a:buNone/>
              <a:defRPr sz="1200" b="1">
                <a:solidFill>
                  <a:srgbClr val="D8E4F0"/>
                </a:solidFill>
              </a:defRPr>
            </a:pPr>
            <a:r>
              <a:rPr sz="1200" b="1">
                <a:solidFill>
                  <a:srgbClr val="D8E4F0"/>
                </a:solidFill>
              </a:rPr>
              <a:t>PICKUP</a:t>
            </a:r>
          </a:p>
        </p:txBody>
      </p:sp>
      <p:sp>
        <p:nvSpPr>
          <p:cNvPr id="9" name="">
            <a:extLst xmlns:a="http://schemas.openxmlformats.org/drawingml/2006/main">
              <a:ext uri="{FF2B5EF4-FFF2-40B4-BE49-F238E27FC236}">
                <a16:creationId xmlns:a16="http://schemas.microsoft.com/office/drawing/2014/main" id="{2C741F54-EE57-4D67-BC1E-0D32FB793C94}"/>
              </a:ext>
            </a:extLst>
          </p:cNvPr>
          <p:cNvSpPr>
            <a:spLocks xmlns:a="http://schemas.openxmlformats.org/drawingml/2006/main" noGrp="1"/>
          </p:cNvSpPr>
          <p:nvPr/>
        </p:nvSpPr>
        <p:spPr>
          <a:xfrm xmlns:a="http://schemas.openxmlformats.org/drawingml/2006/main">
            <a:off x="8248650" y="3181350"/>
            <a:ext cx="476250" cy="476250"/>
          </a:xfrm>
          <a:prstGeom xmlns:a="http://schemas.openxmlformats.org/drawingml/2006/main" prst="roundRect">
            <a:avLst>
              <a:gd name="adj" fmla="val 16000"/>
            </a:avLst>
          </a:prstGeom>
          <a:solidFill xmlns:a="http://schemas.openxmlformats.org/drawingml/2006/main">
            <a:srgbClr val="E58A3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8AE0DC7-3F31-45C9-A7BF-087993ECE645}"/>
              </a:ext>
            </a:extLst>
          </p:cNvPr>
          <p:cNvSpPr>
            <a:spLocks xmlns:a="http://schemas.openxmlformats.org/drawingml/2006/main" noGrp="1"/>
          </p:cNvSpPr>
          <p:nvPr/>
        </p:nvSpPr>
        <p:spPr>
          <a:xfrm xmlns:a="http://schemas.openxmlformats.org/drawingml/2006/main">
            <a:off x="8362950" y="322897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FFFFFF"/>
                </a:solidFill>
              </a:defRPr>
            </a:defPPr>
            <a:lvl1pPr>
              <a:buNone/>
              <a:defRPr sz="1725" b="1">
                <a:solidFill>
                  <a:srgbClr val="FFFFFF"/>
                </a:solidFill>
              </a:defRPr>
            </a:lvl1pPr>
            <a:lvl2pPr>
              <a:buNone/>
              <a:defRPr sz="1725" b="1">
                <a:solidFill>
                  <a:srgbClr val="FFFFFF"/>
                </a:solidFill>
              </a:defRPr>
            </a:lvl2pPr>
            <a:lvl3pPr>
              <a:buNone/>
              <a:defRPr sz="1725" b="1">
                <a:solidFill>
                  <a:srgbClr val="FFFFFF"/>
                </a:solidFill>
              </a:defRPr>
            </a:lvl3pPr>
            <a:lvl4pPr>
              <a:buNone/>
              <a:defRPr sz="1725" b="1">
                <a:solidFill>
                  <a:srgbClr val="FFFFFF"/>
                </a:solidFill>
              </a:defRPr>
            </a:lvl4pPr>
            <a:lvl5pPr>
              <a:buNone/>
              <a:defRPr sz="1725" b="1">
                <a:solidFill>
                  <a:srgbClr val="FFFFFF"/>
                </a:solidFill>
              </a:defRPr>
            </a:lvl5pPr>
            <a:lvl6pPr>
              <a:buNone/>
              <a:defRPr sz="1725" b="1">
                <a:solidFill>
                  <a:srgbClr val="FFFFFF"/>
                </a:solidFill>
              </a:defRPr>
            </a:lvl6pPr>
            <a:lvl7pPr>
              <a:buNone/>
              <a:defRPr sz="1725" b="1">
                <a:solidFill>
                  <a:srgbClr val="FFFFFF"/>
                </a:solidFill>
              </a:defRPr>
            </a:lvl7pPr>
            <a:lvl8pPr>
              <a:buNone/>
              <a:defRPr sz="1725" b="1">
                <a:solidFill>
                  <a:srgbClr val="FFFFFF"/>
                </a:solidFill>
              </a:defRPr>
            </a:lvl8pPr>
            <a:lvl9pPr>
              <a:buNone/>
              <a:defRPr sz="1725" b="1">
                <a:solidFill>
                  <a:srgbClr val="FFFFFF"/>
                </a:solidFill>
              </a:defRPr>
            </a:lvl9pPr>
          </a:lstStyle>
          <a:p xmlns:a="http://schemas.openxmlformats.org/drawingml/2006/main">
            <a:pPr>
              <a:buNone/>
              <a:defRPr sz="1725" b="1">
                <a:solidFill>
                  <a:srgbClr val="FFFFFF"/>
                </a:solidFill>
              </a:defRPr>
            </a:pPr>
            <a:r>
              <a:rPr sz="1725" b="1">
                <a:solidFill>
                  <a:srgbClr val="FFFFFF"/>
                </a:solidFill>
              </a:rPr>
              <a:t>●</a:t>
            </a:r>
          </a:p>
        </p:txBody>
      </p:sp>
      <p:sp>
        <p:nvSpPr>
          <p:cNvPr id="11" name="">
            <a:extLst xmlns:a="http://schemas.openxmlformats.org/drawingml/2006/main">
              <a:ext uri="{FF2B5EF4-FFF2-40B4-BE49-F238E27FC236}">
                <a16:creationId xmlns:a16="http://schemas.microsoft.com/office/drawing/2014/main" id="{F3155250-C5DF-4E2D-9252-F207E9808BA1}"/>
              </a:ext>
            </a:extLst>
          </p:cNvPr>
          <p:cNvSpPr>
            <a:spLocks xmlns:a="http://schemas.openxmlformats.org/drawingml/2006/main" noGrp="1"/>
          </p:cNvSpPr>
          <p:nvPr/>
        </p:nvSpPr>
        <p:spPr>
          <a:xfrm xmlns:a="http://schemas.openxmlformats.org/drawingml/2006/main">
            <a:off x="8915400" y="326707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D8E4F0"/>
                </a:solidFill>
              </a:defRPr>
            </a:defPPr>
            <a:lvl1pPr>
              <a:buNone/>
              <a:defRPr sz="1200" b="1">
                <a:solidFill>
                  <a:srgbClr val="D8E4F0"/>
                </a:solidFill>
              </a:defRPr>
            </a:lvl1pPr>
            <a:lvl2pPr>
              <a:buNone/>
              <a:defRPr sz="1200" b="1">
                <a:solidFill>
                  <a:srgbClr val="D8E4F0"/>
                </a:solidFill>
              </a:defRPr>
            </a:lvl2pPr>
            <a:lvl3pPr>
              <a:buNone/>
              <a:defRPr sz="1200" b="1">
                <a:solidFill>
                  <a:srgbClr val="D8E4F0"/>
                </a:solidFill>
              </a:defRPr>
            </a:lvl3pPr>
            <a:lvl4pPr>
              <a:buNone/>
              <a:defRPr sz="1200" b="1">
                <a:solidFill>
                  <a:srgbClr val="D8E4F0"/>
                </a:solidFill>
              </a:defRPr>
            </a:lvl4pPr>
            <a:lvl5pPr>
              <a:buNone/>
              <a:defRPr sz="1200" b="1">
                <a:solidFill>
                  <a:srgbClr val="D8E4F0"/>
                </a:solidFill>
              </a:defRPr>
            </a:lvl5pPr>
            <a:lvl6pPr>
              <a:buNone/>
              <a:defRPr sz="1200" b="1">
                <a:solidFill>
                  <a:srgbClr val="D8E4F0"/>
                </a:solidFill>
              </a:defRPr>
            </a:lvl6pPr>
            <a:lvl7pPr>
              <a:buNone/>
              <a:defRPr sz="1200" b="1">
                <a:solidFill>
                  <a:srgbClr val="D8E4F0"/>
                </a:solidFill>
              </a:defRPr>
            </a:lvl7pPr>
            <a:lvl8pPr>
              <a:buNone/>
              <a:defRPr sz="1200" b="1">
                <a:solidFill>
                  <a:srgbClr val="D8E4F0"/>
                </a:solidFill>
              </a:defRPr>
            </a:lvl8pPr>
            <a:lvl9pPr>
              <a:buNone/>
              <a:defRPr sz="1200" b="1">
                <a:solidFill>
                  <a:srgbClr val="D8E4F0"/>
                </a:solidFill>
              </a:defRPr>
            </a:lvl9pPr>
          </a:lstStyle>
          <a:p xmlns:a="http://schemas.openxmlformats.org/drawingml/2006/main">
            <a:pPr>
              <a:buNone/>
              <a:defRPr sz="1200" b="1">
                <a:solidFill>
                  <a:srgbClr val="D8E4F0"/>
                </a:solidFill>
              </a:defRPr>
            </a:pPr>
            <a:r>
              <a:rPr sz="1200" b="1">
                <a:solidFill>
                  <a:srgbClr val="D8E4F0"/>
                </a:solidFill>
              </a:rPr>
              <a:t>DISPATCH</a:t>
            </a:r>
          </a:p>
        </p:txBody>
      </p:sp>
      <p:sp>
        <p:nvSpPr>
          <p:cNvPr id="12" name="">
            <a:extLst xmlns:a="http://schemas.openxmlformats.org/drawingml/2006/main">
              <a:ext uri="{FF2B5EF4-FFF2-40B4-BE49-F238E27FC236}">
                <a16:creationId xmlns:a16="http://schemas.microsoft.com/office/drawing/2014/main" id="{3BF0BBBF-7375-43D1-94C6-142C25E7B063}"/>
              </a:ext>
            </a:extLst>
          </p:cNvPr>
          <p:cNvSpPr>
            <a:spLocks xmlns:a="http://schemas.openxmlformats.org/drawingml/2006/main" noGrp="1"/>
          </p:cNvSpPr>
          <p:nvPr/>
        </p:nvSpPr>
        <p:spPr>
          <a:xfrm xmlns:a="http://schemas.openxmlformats.org/drawingml/2006/main">
            <a:off x="8248650" y="4648200"/>
            <a:ext cx="476250" cy="476250"/>
          </a:xfrm>
          <a:prstGeom xmlns:a="http://schemas.openxmlformats.org/drawingml/2006/main" prst="roundRect">
            <a:avLst>
              <a:gd name="adj" fmla="val 16000"/>
            </a:avLst>
          </a:prstGeom>
          <a:solidFill xmlns:a="http://schemas.openxmlformats.org/drawingml/2006/main">
            <a:srgbClr val="347C6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682AD7D-DF7A-4B57-B105-659845E99324}"/>
              </a:ext>
            </a:extLst>
          </p:cNvPr>
          <p:cNvSpPr>
            <a:spLocks xmlns:a="http://schemas.openxmlformats.org/drawingml/2006/main" noGrp="1"/>
          </p:cNvSpPr>
          <p:nvPr/>
        </p:nvSpPr>
        <p:spPr>
          <a:xfrm xmlns:a="http://schemas.openxmlformats.org/drawingml/2006/main">
            <a:off x="8362950" y="46958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FFFFFF"/>
                </a:solidFill>
              </a:defRPr>
            </a:defPPr>
            <a:lvl1pPr>
              <a:buNone/>
              <a:defRPr sz="1725" b="1">
                <a:solidFill>
                  <a:srgbClr val="FFFFFF"/>
                </a:solidFill>
              </a:defRPr>
            </a:lvl1pPr>
            <a:lvl2pPr>
              <a:buNone/>
              <a:defRPr sz="1725" b="1">
                <a:solidFill>
                  <a:srgbClr val="FFFFFF"/>
                </a:solidFill>
              </a:defRPr>
            </a:lvl2pPr>
            <a:lvl3pPr>
              <a:buNone/>
              <a:defRPr sz="1725" b="1">
                <a:solidFill>
                  <a:srgbClr val="FFFFFF"/>
                </a:solidFill>
              </a:defRPr>
            </a:lvl3pPr>
            <a:lvl4pPr>
              <a:buNone/>
              <a:defRPr sz="1725" b="1">
                <a:solidFill>
                  <a:srgbClr val="FFFFFF"/>
                </a:solidFill>
              </a:defRPr>
            </a:lvl4pPr>
            <a:lvl5pPr>
              <a:buNone/>
              <a:defRPr sz="1725" b="1">
                <a:solidFill>
                  <a:srgbClr val="FFFFFF"/>
                </a:solidFill>
              </a:defRPr>
            </a:lvl5pPr>
            <a:lvl6pPr>
              <a:buNone/>
              <a:defRPr sz="1725" b="1">
                <a:solidFill>
                  <a:srgbClr val="FFFFFF"/>
                </a:solidFill>
              </a:defRPr>
            </a:lvl6pPr>
            <a:lvl7pPr>
              <a:buNone/>
              <a:defRPr sz="1725" b="1">
                <a:solidFill>
                  <a:srgbClr val="FFFFFF"/>
                </a:solidFill>
              </a:defRPr>
            </a:lvl7pPr>
            <a:lvl8pPr>
              <a:buNone/>
              <a:defRPr sz="1725" b="1">
                <a:solidFill>
                  <a:srgbClr val="FFFFFF"/>
                </a:solidFill>
              </a:defRPr>
            </a:lvl8pPr>
            <a:lvl9pPr>
              <a:buNone/>
              <a:defRPr sz="1725" b="1">
                <a:solidFill>
                  <a:srgbClr val="FFFFFF"/>
                </a:solidFill>
              </a:defRPr>
            </a:lvl9pPr>
          </a:lstStyle>
          <a:p xmlns:a="http://schemas.openxmlformats.org/drawingml/2006/main">
            <a:pPr>
              <a:buNone/>
              <a:defRPr sz="1725" b="1">
                <a:solidFill>
                  <a:srgbClr val="FFFFFF"/>
                </a:solidFill>
              </a:defRPr>
            </a:pPr>
            <a:r>
              <a:rPr sz="1725" b="1">
                <a:solidFill>
                  <a:srgbClr val="FFFFFF"/>
                </a:solidFill>
              </a:rPr>
              <a:t>●</a:t>
            </a:r>
          </a:p>
        </p:txBody>
      </p:sp>
      <p:sp>
        <p:nvSpPr>
          <p:cNvPr id="14" name="">
            <a:extLst xmlns:a="http://schemas.openxmlformats.org/drawingml/2006/main">
              <a:ext uri="{FF2B5EF4-FFF2-40B4-BE49-F238E27FC236}">
                <a16:creationId xmlns:a16="http://schemas.microsoft.com/office/drawing/2014/main" id="{57B70316-94A5-41F2-A097-861D18A61C6B}"/>
              </a:ext>
            </a:extLst>
          </p:cNvPr>
          <p:cNvSpPr>
            <a:spLocks xmlns:a="http://schemas.openxmlformats.org/drawingml/2006/main" noGrp="1"/>
          </p:cNvSpPr>
          <p:nvPr/>
        </p:nvSpPr>
        <p:spPr>
          <a:xfrm xmlns:a="http://schemas.openxmlformats.org/drawingml/2006/main">
            <a:off x="8915400" y="4733925"/>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D8E4F0"/>
                </a:solidFill>
              </a:defRPr>
            </a:defPPr>
            <a:lvl1pPr>
              <a:buNone/>
              <a:defRPr sz="1200" b="1">
                <a:solidFill>
                  <a:srgbClr val="D8E4F0"/>
                </a:solidFill>
              </a:defRPr>
            </a:lvl1pPr>
            <a:lvl2pPr>
              <a:buNone/>
              <a:defRPr sz="1200" b="1">
                <a:solidFill>
                  <a:srgbClr val="D8E4F0"/>
                </a:solidFill>
              </a:defRPr>
            </a:lvl2pPr>
            <a:lvl3pPr>
              <a:buNone/>
              <a:defRPr sz="1200" b="1">
                <a:solidFill>
                  <a:srgbClr val="D8E4F0"/>
                </a:solidFill>
              </a:defRPr>
            </a:lvl3pPr>
            <a:lvl4pPr>
              <a:buNone/>
              <a:defRPr sz="1200" b="1">
                <a:solidFill>
                  <a:srgbClr val="D8E4F0"/>
                </a:solidFill>
              </a:defRPr>
            </a:lvl4pPr>
            <a:lvl5pPr>
              <a:buNone/>
              <a:defRPr sz="1200" b="1">
                <a:solidFill>
                  <a:srgbClr val="D8E4F0"/>
                </a:solidFill>
              </a:defRPr>
            </a:lvl5pPr>
            <a:lvl6pPr>
              <a:buNone/>
              <a:defRPr sz="1200" b="1">
                <a:solidFill>
                  <a:srgbClr val="D8E4F0"/>
                </a:solidFill>
              </a:defRPr>
            </a:lvl6pPr>
            <a:lvl7pPr>
              <a:buNone/>
              <a:defRPr sz="1200" b="1">
                <a:solidFill>
                  <a:srgbClr val="D8E4F0"/>
                </a:solidFill>
              </a:defRPr>
            </a:lvl7pPr>
            <a:lvl8pPr>
              <a:buNone/>
              <a:defRPr sz="1200" b="1">
                <a:solidFill>
                  <a:srgbClr val="D8E4F0"/>
                </a:solidFill>
              </a:defRPr>
            </a:lvl8pPr>
            <a:lvl9pPr>
              <a:buNone/>
              <a:defRPr sz="1200" b="1">
                <a:solidFill>
                  <a:srgbClr val="D8E4F0"/>
                </a:solidFill>
              </a:defRPr>
            </a:lvl9pPr>
          </a:lstStyle>
          <a:p xmlns:a="http://schemas.openxmlformats.org/drawingml/2006/main">
            <a:pPr>
              <a:buNone/>
              <a:defRPr sz="1200" b="1">
                <a:solidFill>
                  <a:srgbClr val="D8E4F0"/>
                </a:solidFill>
              </a:defRPr>
            </a:pPr>
            <a:r>
              <a:rPr sz="1200" b="1">
                <a:solidFill>
                  <a:srgbClr val="D8E4F0"/>
                </a:solidFill>
              </a:rPr>
              <a:t>CUSTOMER</a:t>
            </a:r>
          </a:p>
        </p:txBody>
      </p:sp>
      <p:sp>
        <p:nvSpPr>
          <p:cNvPr id="15" name="">
            <a:extLst xmlns:a="http://schemas.openxmlformats.org/drawingml/2006/main">
              <a:ext uri="{FF2B5EF4-FFF2-40B4-BE49-F238E27FC236}">
                <a16:creationId xmlns:a16="http://schemas.microsoft.com/office/drawing/2014/main" id="{DB31A6BD-4CA6-44FC-B7CD-C636CFD4A7D9}"/>
              </a:ext>
            </a:extLst>
          </p:cNvPr>
          <p:cNvSpPr>
            <a:spLocks xmlns:a="http://schemas.openxmlformats.org/drawingml/2006/main" noGrp="1"/>
          </p:cNvSpPr>
          <p:nvPr/>
        </p:nvSpPr>
        <p:spPr>
          <a:xfrm xmlns:a="http://schemas.openxmlformats.org/drawingml/2006/main">
            <a:off x="609600" y="59531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AFC2D3"/>
                </a:solidFill>
              </a:defRPr>
            </a:defPPr>
            <a:lvl1pPr>
              <a:buNone/>
              <a:defRPr sz="1200" b="0">
                <a:solidFill>
                  <a:srgbClr val="AFC2D3"/>
                </a:solidFill>
              </a:defRPr>
            </a:lvl1pPr>
            <a:lvl2pPr>
              <a:buNone/>
              <a:defRPr sz="1200" b="0">
                <a:solidFill>
                  <a:srgbClr val="AFC2D3"/>
                </a:solidFill>
              </a:defRPr>
            </a:lvl2pPr>
            <a:lvl3pPr>
              <a:buNone/>
              <a:defRPr sz="1200" b="0">
                <a:solidFill>
                  <a:srgbClr val="AFC2D3"/>
                </a:solidFill>
              </a:defRPr>
            </a:lvl3pPr>
            <a:lvl4pPr>
              <a:buNone/>
              <a:defRPr sz="1200" b="0">
                <a:solidFill>
                  <a:srgbClr val="AFC2D3"/>
                </a:solidFill>
              </a:defRPr>
            </a:lvl4pPr>
            <a:lvl5pPr>
              <a:buNone/>
              <a:defRPr sz="1200" b="0">
                <a:solidFill>
                  <a:srgbClr val="AFC2D3"/>
                </a:solidFill>
              </a:defRPr>
            </a:lvl5pPr>
            <a:lvl6pPr>
              <a:buNone/>
              <a:defRPr sz="1200" b="0">
                <a:solidFill>
                  <a:srgbClr val="AFC2D3"/>
                </a:solidFill>
              </a:defRPr>
            </a:lvl6pPr>
            <a:lvl7pPr>
              <a:buNone/>
              <a:defRPr sz="1200" b="0">
                <a:solidFill>
                  <a:srgbClr val="AFC2D3"/>
                </a:solidFill>
              </a:defRPr>
            </a:lvl7pPr>
            <a:lvl8pPr>
              <a:buNone/>
              <a:defRPr sz="1200" b="0">
                <a:solidFill>
                  <a:srgbClr val="AFC2D3"/>
                </a:solidFill>
              </a:defRPr>
            </a:lvl8pPr>
            <a:lvl9pPr>
              <a:buNone/>
              <a:defRPr sz="1200" b="0">
                <a:solidFill>
                  <a:srgbClr val="AFC2D3"/>
                </a:solidFill>
              </a:defRPr>
            </a:lvl9pPr>
          </a:lstStyle>
          <a:p xmlns:a="http://schemas.openxmlformats.org/drawingml/2006/main">
            <a:pPr>
              <a:buNone/>
              <a:defRPr sz="1200" b="0">
                <a:solidFill>
                  <a:srgbClr val="AFC2D3"/>
                </a:solidFill>
              </a:defRPr>
            </a:pPr>
            <a:r>
              <a:rPr sz="1200" b="0">
                <a:solidFill>
                  <a:srgbClr val="AFC2D3"/>
                </a:solidFill>
              </a:rPr>
              <a:t>Project demonstration</a:t>
            </a:r>
          </a:p>
        </p:txBody>
      </p:sp>
    </p:spTree>
    <p:extLst>
      <p:ext uri="{BB962C8B-B14F-4D97-AF65-F5344CB8AC3E}">
        <p14:creationId xmlns:p14="http://schemas.microsoft.com/office/powerpoint/2010/main" val="1250101451"/>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E3770AD-94F9-48F4-B05F-13A242633D15}"/>
              </a:ext>
            </a:extLst>
          </p:cNvPr>
          <p:cNvSpPr>
            <a:spLocks xmlns:a="http://schemas.openxmlformats.org/drawingml/2006/main" noGrp="1"/>
          </p:cNvSpPr>
          <p:nvPr/>
        </p:nvSpPr>
        <p:spPr>
          <a:xfrm xmlns:a="http://schemas.openxmlformats.org/drawingml/2006/main">
            <a:off x="609600" y="2286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2864A8"/>
                </a:solidFill>
              </a:defRPr>
            </a:defPPr>
            <a:lvl1pPr>
              <a:buNone/>
              <a:defRPr sz="975" b="1">
                <a:solidFill>
                  <a:srgbClr val="2864A8"/>
                </a:solidFill>
              </a:defRPr>
            </a:lvl1pPr>
            <a:lvl2pPr>
              <a:buNone/>
              <a:defRPr sz="975" b="1">
                <a:solidFill>
                  <a:srgbClr val="2864A8"/>
                </a:solidFill>
              </a:defRPr>
            </a:lvl2pPr>
            <a:lvl3pPr>
              <a:buNone/>
              <a:defRPr sz="975" b="1">
                <a:solidFill>
                  <a:srgbClr val="2864A8"/>
                </a:solidFill>
              </a:defRPr>
            </a:lvl3pPr>
            <a:lvl4pPr>
              <a:buNone/>
              <a:defRPr sz="975" b="1">
                <a:solidFill>
                  <a:srgbClr val="2864A8"/>
                </a:solidFill>
              </a:defRPr>
            </a:lvl4pPr>
            <a:lvl5pPr>
              <a:buNone/>
              <a:defRPr sz="975" b="1">
                <a:solidFill>
                  <a:srgbClr val="2864A8"/>
                </a:solidFill>
              </a:defRPr>
            </a:lvl5pPr>
            <a:lvl6pPr>
              <a:buNone/>
              <a:defRPr sz="975" b="1">
                <a:solidFill>
                  <a:srgbClr val="2864A8"/>
                </a:solidFill>
              </a:defRPr>
            </a:lvl6pPr>
            <a:lvl7pPr>
              <a:buNone/>
              <a:defRPr sz="975" b="1">
                <a:solidFill>
                  <a:srgbClr val="2864A8"/>
                </a:solidFill>
              </a:defRPr>
            </a:lvl7pPr>
            <a:lvl8pPr>
              <a:buNone/>
              <a:defRPr sz="975" b="1">
                <a:solidFill>
                  <a:srgbClr val="2864A8"/>
                </a:solidFill>
              </a:defRPr>
            </a:lvl8pPr>
            <a:lvl9pPr>
              <a:buNone/>
              <a:defRPr sz="975" b="1">
                <a:solidFill>
                  <a:srgbClr val="2864A8"/>
                </a:solidFill>
              </a:defRPr>
            </a:lvl9pPr>
          </a:lstStyle>
          <a:p xmlns:a="http://schemas.openxmlformats.org/drawingml/2006/main">
            <a:pPr>
              <a:buNone/>
              <a:defRPr sz="975" b="1">
                <a:solidFill>
                  <a:srgbClr val="2864A8"/>
                </a:solidFill>
              </a:defRPr>
            </a:pPr>
            <a:r>
              <a:rPr sz="975" b="1">
                <a:solidFill>
                  <a:srgbClr val="2864A8"/>
                </a:solidFill>
              </a:rPr>
              <a:t>LAST-MILE DELIVERY  /  ETA PREDICTION</a:t>
            </a:r>
          </a:p>
        </p:txBody>
      </p:sp>
      <p:sp>
        <p:nvSpPr>
          <p:cNvPr id="2" name="">
            <a:extLst xmlns:a="http://schemas.openxmlformats.org/drawingml/2006/main">
              <a:ext uri="{FF2B5EF4-FFF2-40B4-BE49-F238E27FC236}">
                <a16:creationId xmlns:a16="http://schemas.microsoft.com/office/drawing/2014/main" id="{A4807D59-469D-40BF-9C44-EB63D2C59EC1}"/>
              </a:ext>
            </a:extLst>
          </p:cNvPr>
          <p:cNvSpPr>
            <a:spLocks xmlns:a="http://schemas.openxmlformats.org/drawingml/2006/main" noGrp="1"/>
          </p:cNvSpPr>
          <p:nvPr/>
        </p:nvSpPr>
        <p:spPr>
          <a:xfrm xmlns:a="http://schemas.openxmlformats.org/drawingml/2006/main">
            <a:off x="11163300" y="2286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477"/>
                </a:solidFill>
              </a:defRPr>
            </a:defPPr>
            <a:lvl1pPr>
              <a:buNone/>
              <a:defRPr sz="975" b="1">
                <a:solidFill>
                  <a:srgbClr val="536477"/>
                </a:solidFill>
              </a:defRPr>
            </a:lvl1pPr>
            <a:lvl2pPr>
              <a:buNone/>
              <a:defRPr sz="975" b="1">
                <a:solidFill>
                  <a:srgbClr val="536477"/>
                </a:solidFill>
              </a:defRPr>
            </a:lvl2pPr>
            <a:lvl3pPr>
              <a:buNone/>
              <a:defRPr sz="975" b="1">
                <a:solidFill>
                  <a:srgbClr val="536477"/>
                </a:solidFill>
              </a:defRPr>
            </a:lvl3pPr>
            <a:lvl4pPr>
              <a:buNone/>
              <a:defRPr sz="975" b="1">
                <a:solidFill>
                  <a:srgbClr val="536477"/>
                </a:solidFill>
              </a:defRPr>
            </a:lvl4pPr>
            <a:lvl5pPr>
              <a:buNone/>
              <a:defRPr sz="975" b="1">
                <a:solidFill>
                  <a:srgbClr val="536477"/>
                </a:solidFill>
              </a:defRPr>
            </a:lvl5pPr>
            <a:lvl6pPr>
              <a:buNone/>
              <a:defRPr sz="975" b="1">
                <a:solidFill>
                  <a:srgbClr val="536477"/>
                </a:solidFill>
              </a:defRPr>
            </a:lvl6pPr>
            <a:lvl7pPr>
              <a:buNone/>
              <a:defRPr sz="975" b="1">
                <a:solidFill>
                  <a:srgbClr val="536477"/>
                </a:solidFill>
              </a:defRPr>
            </a:lvl7pPr>
            <a:lvl8pPr>
              <a:buNone/>
              <a:defRPr sz="975" b="1">
                <a:solidFill>
                  <a:srgbClr val="536477"/>
                </a:solidFill>
              </a:defRPr>
            </a:lvl8pPr>
            <a:lvl9pPr>
              <a:buNone/>
              <a:defRPr sz="975" b="1">
                <a:solidFill>
                  <a:srgbClr val="536477"/>
                </a:solidFill>
              </a:defRPr>
            </a:lvl9pPr>
          </a:lstStyle>
          <a:p xmlns:a="http://schemas.openxmlformats.org/drawingml/2006/main">
            <a:pPr>
              <a:buNone/>
              <a:defRPr sz="975" b="1">
                <a:solidFill>
                  <a:srgbClr val="536477"/>
                </a:solidFill>
              </a:defRPr>
            </a:pPr>
            <a:r>
              <a:rPr sz="975" b="1">
                <a:solidFill>
                  <a:srgbClr val="536477"/>
                </a:solidFill>
              </a:rPr>
              <a:t>02</a:t>
            </a:r>
          </a:p>
        </p:txBody>
      </p:sp>
      <p:sp>
        <p:nvSpPr>
          <p:cNvPr id="3" name="">
            <a:extLst xmlns:a="http://schemas.openxmlformats.org/drawingml/2006/main">
              <a:ext uri="{FF2B5EF4-FFF2-40B4-BE49-F238E27FC236}">
                <a16:creationId xmlns:a16="http://schemas.microsoft.com/office/drawing/2014/main" id="{04177951-7AC4-424B-959C-ECF97C3F72AD}"/>
              </a:ext>
            </a:extLst>
          </p:cNvPr>
          <p:cNvSpPr>
            <a:spLocks xmlns:a="http://schemas.openxmlformats.org/drawingml/2006/main" noGrp="1"/>
          </p:cNvSpPr>
          <p:nvPr/>
        </p:nvSpPr>
        <p:spPr>
          <a:xfrm xmlns:a="http://schemas.openxmlformats.org/drawingml/2006/main">
            <a:off x="609600" y="6572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850" b="1">
                <a:solidFill>
                  <a:srgbClr val="14263D"/>
                </a:solidFill>
              </a:defRPr>
            </a:defPPr>
            <a:lvl1pPr>
              <a:buNone/>
              <a:defRPr sz="2850" b="1">
                <a:solidFill>
                  <a:srgbClr val="14263D"/>
                </a:solidFill>
              </a:defRPr>
            </a:lvl1pPr>
            <a:lvl2pPr>
              <a:buNone/>
              <a:defRPr sz="2850" b="1">
                <a:solidFill>
                  <a:srgbClr val="14263D"/>
                </a:solidFill>
              </a:defRPr>
            </a:lvl2pPr>
            <a:lvl3pPr>
              <a:buNone/>
              <a:defRPr sz="2850" b="1">
                <a:solidFill>
                  <a:srgbClr val="14263D"/>
                </a:solidFill>
              </a:defRPr>
            </a:lvl3pPr>
            <a:lvl4pPr>
              <a:buNone/>
              <a:defRPr sz="2850" b="1">
                <a:solidFill>
                  <a:srgbClr val="14263D"/>
                </a:solidFill>
              </a:defRPr>
            </a:lvl4pPr>
            <a:lvl5pPr>
              <a:buNone/>
              <a:defRPr sz="2850" b="1">
                <a:solidFill>
                  <a:srgbClr val="14263D"/>
                </a:solidFill>
              </a:defRPr>
            </a:lvl5pPr>
            <a:lvl6pPr>
              <a:buNone/>
              <a:defRPr sz="2850" b="1">
                <a:solidFill>
                  <a:srgbClr val="14263D"/>
                </a:solidFill>
              </a:defRPr>
            </a:lvl6pPr>
            <a:lvl7pPr>
              <a:buNone/>
              <a:defRPr sz="2850" b="1">
                <a:solidFill>
                  <a:srgbClr val="14263D"/>
                </a:solidFill>
              </a:defRPr>
            </a:lvl7pPr>
            <a:lvl8pPr>
              <a:buNone/>
              <a:defRPr sz="2850" b="1">
                <a:solidFill>
                  <a:srgbClr val="14263D"/>
                </a:solidFill>
              </a:defRPr>
            </a:lvl8pPr>
            <a:lvl9pPr>
              <a:buNone/>
              <a:defRPr sz="2850" b="1">
                <a:solidFill>
                  <a:srgbClr val="14263D"/>
                </a:solidFill>
              </a:defRPr>
            </a:lvl9pPr>
          </a:lstStyle>
          <a:p xmlns:a="http://schemas.openxmlformats.org/drawingml/2006/main">
            <a:pPr>
              <a:buNone/>
              <a:defRPr sz="2850" b="1">
                <a:solidFill>
                  <a:srgbClr val="14263D"/>
                </a:solidFill>
              </a:defRPr>
            </a:pPr>
            <a:r>
              <a:rPr sz="2850" b="1">
                <a:solidFill>
                  <a:srgbClr val="14263D"/>
                </a:solidFill>
              </a:rPr>
              <a:t>The dispatch decision</a:t>
            </a:r>
          </a:p>
        </p:txBody>
      </p:sp>
      <p:sp>
        <p:nvSpPr>
          <p:cNvPr id="4" name="">
            <a:extLst xmlns:a="http://schemas.openxmlformats.org/drawingml/2006/main">
              <a:ext uri="{FF2B5EF4-FFF2-40B4-BE49-F238E27FC236}">
                <a16:creationId xmlns:a16="http://schemas.microsoft.com/office/drawing/2014/main" id="{C4699A41-EB01-49DB-9C74-45C9BB8FB9AE}"/>
              </a:ext>
            </a:extLst>
          </p:cNvPr>
          <p:cNvSpPr>
            <a:spLocks xmlns:a="http://schemas.openxmlformats.org/drawingml/2006/main" noGrp="1"/>
          </p:cNvSpPr>
          <p:nvPr/>
        </p:nvSpPr>
        <p:spPr>
          <a:xfrm xmlns:a="http://schemas.openxmlformats.org/drawingml/2006/main">
            <a:off x="609600" y="1323975"/>
            <a:ext cx="685800" cy="47625"/>
          </a:xfrm>
          <a:prstGeom xmlns:a="http://schemas.openxmlformats.org/drawingml/2006/main" prst="roundRect">
            <a:avLst>
              <a:gd name="adj" fmla="val 50000"/>
            </a:avLst>
          </a:prstGeom>
          <a:solidFill xmlns:a="http://schemas.openxmlformats.org/drawingml/2006/main">
            <a:srgbClr val="36B3C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5D7934E-C309-4987-909B-CFA8D62EF923}"/>
              </a:ext>
            </a:extLst>
          </p:cNvPr>
          <p:cNvSpPr>
            <a:spLocks xmlns:a="http://schemas.openxmlformats.org/drawingml/2006/main" noGrp="1"/>
          </p:cNvSpPr>
          <p:nvPr/>
        </p:nvSpPr>
        <p:spPr>
          <a:xfrm xmlns:a="http://schemas.openxmlformats.org/drawingml/2006/main">
            <a:off x="609600" y="16192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D2B3A"/>
                </a:solidFill>
              </a:defRPr>
            </a:defPPr>
            <a:lvl1pPr>
              <a:buNone/>
              <a:defRPr sz="1875" b="1">
                <a:solidFill>
                  <a:srgbClr val="1D2B3A"/>
                </a:solidFill>
              </a:defRPr>
            </a:lvl1pPr>
            <a:lvl2pPr>
              <a:buNone/>
              <a:defRPr sz="1875" b="1">
                <a:solidFill>
                  <a:srgbClr val="1D2B3A"/>
                </a:solidFill>
              </a:defRPr>
            </a:lvl2pPr>
            <a:lvl3pPr>
              <a:buNone/>
              <a:defRPr sz="1875" b="1">
                <a:solidFill>
                  <a:srgbClr val="1D2B3A"/>
                </a:solidFill>
              </a:defRPr>
            </a:lvl3pPr>
            <a:lvl4pPr>
              <a:buNone/>
              <a:defRPr sz="1875" b="1">
                <a:solidFill>
                  <a:srgbClr val="1D2B3A"/>
                </a:solidFill>
              </a:defRPr>
            </a:lvl4pPr>
            <a:lvl5pPr>
              <a:buNone/>
              <a:defRPr sz="1875" b="1">
                <a:solidFill>
                  <a:srgbClr val="1D2B3A"/>
                </a:solidFill>
              </a:defRPr>
            </a:lvl5pPr>
            <a:lvl6pPr>
              <a:buNone/>
              <a:defRPr sz="1875" b="1">
                <a:solidFill>
                  <a:srgbClr val="1D2B3A"/>
                </a:solidFill>
              </a:defRPr>
            </a:lvl6pPr>
            <a:lvl7pPr>
              <a:buNone/>
              <a:defRPr sz="1875" b="1">
                <a:solidFill>
                  <a:srgbClr val="1D2B3A"/>
                </a:solidFill>
              </a:defRPr>
            </a:lvl7pPr>
            <a:lvl8pPr>
              <a:buNone/>
              <a:defRPr sz="1875" b="1">
                <a:solidFill>
                  <a:srgbClr val="1D2B3A"/>
                </a:solidFill>
              </a:defRPr>
            </a:lvl8pPr>
            <a:lvl9pPr>
              <a:buNone/>
              <a:defRPr sz="1875" b="1">
                <a:solidFill>
                  <a:srgbClr val="1D2B3A"/>
                </a:solidFill>
              </a:defRPr>
            </a:lvl9pPr>
          </a:lstStyle>
          <a:p xmlns:a="http://schemas.openxmlformats.org/drawingml/2006/main">
            <a:pPr>
              <a:buNone/>
              <a:defRPr sz="1875" b="1">
                <a:solidFill>
                  <a:srgbClr val="1D2B3A"/>
                </a:solidFill>
              </a:defRPr>
            </a:pPr>
            <a:r>
              <a:rPr sz="1875" b="1">
                <a:solidFill>
                  <a:srgbClr val="1D2B3A"/>
                </a:solidFill>
              </a:rPr>
              <a:t>At dispatch, estimate the remaining delivery duration from conditions known now.</a:t>
            </a:r>
          </a:p>
        </p:txBody>
      </p:sp>
      <p:sp>
        <p:nvSpPr>
          <p:cNvPr id="6" name="">
            <a:extLst xmlns:a="http://schemas.openxmlformats.org/drawingml/2006/main">
              <a:ext uri="{FF2B5EF4-FFF2-40B4-BE49-F238E27FC236}">
                <a16:creationId xmlns:a16="http://schemas.microsoft.com/office/drawing/2014/main" id="{3A7ADF10-B995-4785-9F68-DD17BB68DAC9}"/>
              </a:ext>
            </a:extLst>
          </p:cNvPr>
          <p:cNvSpPr>
            <a:spLocks xmlns:a="http://schemas.openxmlformats.org/drawingml/2006/main" noGrp="1"/>
          </p:cNvSpPr>
          <p:nvPr/>
        </p:nvSpPr>
        <p:spPr>
          <a:xfrm xmlns:a="http://schemas.openxmlformats.org/drawingml/2006/main">
            <a:off x="609600" y="2857500"/>
            <a:ext cx="33337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07D0F3B-8BD9-4191-AE66-1DFEB23BB184}"/>
              </a:ext>
            </a:extLst>
          </p:cNvPr>
          <p:cNvSpPr>
            <a:spLocks xmlns:a="http://schemas.openxmlformats.org/drawingml/2006/main" noGrp="1"/>
          </p:cNvSpPr>
          <p:nvPr/>
        </p:nvSpPr>
        <p:spPr>
          <a:xfrm xmlns:a="http://schemas.openxmlformats.org/drawingml/2006/main">
            <a:off x="609600" y="2857500"/>
            <a:ext cx="76200" cy="1676400"/>
          </a:xfrm>
          <a:prstGeom xmlns:a="http://schemas.openxmlformats.org/drawingml/2006/main" prst="roundRect">
            <a:avLst>
              <a:gd name="adj" fmla="val 50000"/>
            </a:avLst>
          </a:prstGeom>
          <a:solidFill xmlns:a="http://schemas.openxmlformats.org/drawingml/2006/main">
            <a:srgbClr val="36B3C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B577CCF-F086-4993-8656-077A4E496A62}"/>
              </a:ext>
            </a:extLst>
          </p:cNvPr>
          <p:cNvSpPr>
            <a:spLocks xmlns:a="http://schemas.openxmlformats.org/drawingml/2006/main" noGrp="1"/>
          </p:cNvSpPr>
          <p:nvPr/>
        </p:nvSpPr>
        <p:spPr>
          <a:xfrm xmlns:a="http://schemas.openxmlformats.org/drawingml/2006/main">
            <a:off x="876300" y="31051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2864A8"/>
                </a:solidFill>
              </a:defRPr>
            </a:defPPr>
            <a:lvl1pPr>
              <a:buNone/>
              <a:defRPr sz="1125" b="1">
                <a:solidFill>
                  <a:srgbClr val="2864A8"/>
                </a:solidFill>
              </a:defRPr>
            </a:lvl1pPr>
            <a:lvl2pPr>
              <a:buNone/>
              <a:defRPr sz="1125" b="1">
                <a:solidFill>
                  <a:srgbClr val="2864A8"/>
                </a:solidFill>
              </a:defRPr>
            </a:lvl2pPr>
            <a:lvl3pPr>
              <a:buNone/>
              <a:defRPr sz="1125" b="1">
                <a:solidFill>
                  <a:srgbClr val="2864A8"/>
                </a:solidFill>
              </a:defRPr>
            </a:lvl3pPr>
            <a:lvl4pPr>
              <a:buNone/>
              <a:defRPr sz="1125" b="1">
                <a:solidFill>
                  <a:srgbClr val="2864A8"/>
                </a:solidFill>
              </a:defRPr>
            </a:lvl4pPr>
            <a:lvl5pPr>
              <a:buNone/>
              <a:defRPr sz="1125" b="1">
                <a:solidFill>
                  <a:srgbClr val="2864A8"/>
                </a:solidFill>
              </a:defRPr>
            </a:lvl5pPr>
            <a:lvl6pPr>
              <a:buNone/>
              <a:defRPr sz="1125" b="1">
                <a:solidFill>
                  <a:srgbClr val="2864A8"/>
                </a:solidFill>
              </a:defRPr>
            </a:lvl6pPr>
            <a:lvl7pPr>
              <a:buNone/>
              <a:defRPr sz="1125" b="1">
                <a:solidFill>
                  <a:srgbClr val="2864A8"/>
                </a:solidFill>
              </a:defRPr>
            </a:lvl7pPr>
            <a:lvl8pPr>
              <a:buNone/>
              <a:defRPr sz="1125" b="1">
                <a:solidFill>
                  <a:srgbClr val="2864A8"/>
                </a:solidFill>
              </a:defRPr>
            </a:lvl8pPr>
            <a:lvl9pPr>
              <a:buNone/>
              <a:defRPr sz="1125" b="1">
                <a:solidFill>
                  <a:srgbClr val="2864A8"/>
                </a:solidFill>
              </a:defRPr>
            </a:lvl9pPr>
          </a:lstStyle>
          <a:p xmlns:a="http://schemas.openxmlformats.org/drawingml/2006/main">
            <a:pPr>
              <a:buNone/>
              <a:defRPr sz="1125" b="1">
                <a:solidFill>
                  <a:srgbClr val="2864A8"/>
                </a:solidFill>
              </a:defRPr>
            </a:pPr>
            <a:r>
              <a:rPr sz="1125" b="1">
                <a:solidFill>
                  <a:srgbClr val="2864A8"/>
                </a:solidFill>
              </a:rPr>
              <a:t>CUSTOMER</a:t>
            </a:r>
          </a:p>
        </p:txBody>
      </p:sp>
      <p:sp>
        <p:nvSpPr>
          <p:cNvPr id="9" name="">
            <a:extLst xmlns:a="http://schemas.openxmlformats.org/drawingml/2006/main">
              <a:ext uri="{FF2B5EF4-FFF2-40B4-BE49-F238E27FC236}">
                <a16:creationId xmlns:a16="http://schemas.microsoft.com/office/drawing/2014/main" id="{3FD3E64B-7DDF-4927-A2EC-97C3C3E1EDFB}"/>
              </a:ext>
            </a:extLst>
          </p:cNvPr>
          <p:cNvSpPr>
            <a:spLocks xmlns:a="http://schemas.openxmlformats.org/drawingml/2006/main" noGrp="1"/>
          </p:cNvSpPr>
          <p:nvPr/>
        </p:nvSpPr>
        <p:spPr>
          <a:xfrm xmlns:a="http://schemas.openxmlformats.org/drawingml/2006/main">
            <a:off x="876300" y="3505200"/>
            <a:ext cx="2800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D2B3A"/>
                </a:solidFill>
              </a:defRPr>
            </a:defPPr>
            <a:lvl1pPr>
              <a:buNone/>
              <a:defRPr sz="1800" b="1">
                <a:solidFill>
                  <a:srgbClr val="1D2B3A"/>
                </a:solidFill>
              </a:defRPr>
            </a:lvl1pPr>
            <a:lvl2pPr>
              <a:buNone/>
              <a:defRPr sz="1800" b="1">
                <a:solidFill>
                  <a:srgbClr val="1D2B3A"/>
                </a:solidFill>
              </a:defRPr>
            </a:lvl2pPr>
            <a:lvl3pPr>
              <a:buNone/>
              <a:defRPr sz="1800" b="1">
                <a:solidFill>
                  <a:srgbClr val="1D2B3A"/>
                </a:solidFill>
              </a:defRPr>
            </a:lvl3pPr>
            <a:lvl4pPr>
              <a:buNone/>
              <a:defRPr sz="1800" b="1">
                <a:solidFill>
                  <a:srgbClr val="1D2B3A"/>
                </a:solidFill>
              </a:defRPr>
            </a:lvl4pPr>
            <a:lvl5pPr>
              <a:buNone/>
              <a:defRPr sz="1800" b="1">
                <a:solidFill>
                  <a:srgbClr val="1D2B3A"/>
                </a:solidFill>
              </a:defRPr>
            </a:lvl5pPr>
            <a:lvl6pPr>
              <a:buNone/>
              <a:defRPr sz="1800" b="1">
                <a:solidFill>
                  <a:srgbClr val="1D2B3A"/>
                </a:solidFill>
              </a:defRPr>
            </a:lvl6pPr>
            <a:lvl7pPr>
              <a:buNone/>
              <a:defRPr sz="1800" b="1">
                <a:solidFill>
                  <a:srgbClr val="1D2B3A"/>
                </a:solidFill>
              </a:defRPr>
            </a:lvl7pPr>
            <a:lvl8pPr>
              <a:buNone/>
              <a:defRPr sz="1800" b="1">
                <a:solidFill>
                  <a:srgbClr val="1D2B3A"/>
                </a:solidFill>
              </a:defRPr>
            </a:lvl8pPr>
            <a:lvl9pPr>
              <a:buNone/>
              <a:defRPr sz="1800" b="1">
                <a:solidFill>
                  <a:srgbClr val="1D2B3A"/>
                </a:solidFill>
              </a:defRPr>
            </a:lvl9pPr>
          </a:lstStyle>
          <a:p xmlns:a="http://schemas.openxmlformats.org/drawingml/2006/main">
            <a:pPr>
              <a:buNone/>
              <a:defRPr sz="1800" b="1">
                <a:solidFill>
                  <a:srgbClr val="1D2B3A"/>
                </a:solidFill>
              </a:defRPr>
            </a:pPr>
            <a:r>
              <a:rPr sz="1800" b="1">
                <a:solidFill>
                  <a:srgbClr val="1D2B3A"/>
                </a:solidFill>
              </a:rPr>
              <a:t>A useful arrival expectation</a:t>
            </a:r>
          </a:p>
        </p:txBody>
      </p:sp>
      <p:sp>
        <p:nvSpPr>
          <p:cNvPr id="10" name="">
            <a:extLst xmlns:a="http://schemas.openxmlformats.org/drawingml/2006/main">
              <a:ext uri="{FF2B5EF4-FFF2-40B4-BE49-F238E27FC236}">
                <a16:creationId xmlns:a16="http://schemas.microsoft.com/office/drawing/2014/main" id="{72C0FE07-7474-4254-B224-549ECC54C7C9}"/>
              </a:ext>
            </a:extLst>
          </p:cNvPr>
          <p:cNvSpPr>
            <a:spLocks xmlns:a="http://schemas.openxmlformats.org/drawingml/2006/main" noGrp="1"/>
          </p:cNvSpPr>
          <p:nvPr/>
        </p:nvSpPr>
        <p:spPr>
          <a:xfrm xmlns:a="http://schemas.openxmlformats.org/drawingml/2006/main">
            <a:off x="4248150" y="2857500"/>
            <a:ext cx="33337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47BCB75-8D86-401F-BC55-97CF3EA0127B}"/>
              </a:ext>
            </a:extLst>
          </p:cNvPr>
          <p:cNvSpPr>
            <a:spLocks xmlns:a="http://schemas.openxmlformats.org/drawingml/2006/main" noGrp="1"/>
          </p:cNvSpPr>
          <p:nvPr/>
        </p:nvSpPr>
        <p:spPr>
          <a:xfrm xmlns:a="http://schemas.openxmlformats.org/drawingml/2006/main">
            <a:off x="4248150" y="2857500"/>
            <a:ext cx="76200" cy="1676400"/>
          </a:xfrm>
          <a:prstGeom xmlns:a="http://schemas.openxmlformats.org/drawingml/2006/main" prst="roundRect">
            <a:avLst>
              <a:gd name="adj" fmla="val 50000"/>
            </a:avLst>
          </a:prstGeom>
          <a:solidFill xmlns:a="http://schemas.openxmlformats.org/drawingml/2006/main">
            <a:srgbClr val="2864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43A7CD-D462-4DF7-B438-8208A13BFB65}"/>
              </a:ext>
            </a:extLst>
          </p:cNvPr>
          <p:cNvSpPr>
            <a:spLocks xmlns:a="http://schemas.openxmlformats.org/drawingml/2006/main" noGrp="1"/>
          </p:cNvSpPr>
          <p:nvPr/>
        </p:nvSpPr>
        <p:spPr>
          <a:xfrm xmlns:a="http://schemas.openxmlformats.org/drawingml/2006/main">
            <a:off x="4514850" y="31051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2864A8"/>
                </a:solidFill>
              </a:defRPr>
            </a:defPPr>
            <a:lvl1pPr>
              <a:buNone/>
              <a:defRPr sz="1125" b="1">
                <a:solidFill>
                  <a:srgbClr val="2864A8"/>
                </a:solidFill>
              </a:defRPr>
            </a:lvl1pPr>
            <a:lvl2pPr>
              <a:buNone/>
              <a:defRPr sz="1125" b="1">
                <a:solidFill>
                  <a:srgbClr val="2864A8"/>
                </a:solidFill>
              </a:defRPr>
            </a:lvl2pPr>
            <a:lvl3pPr>
              <a:buNone/>
              <a:defRPr sz="1125" b="1">
                <a:solidFill>
                  <a:srgbClr val="2864A8"/>
                </a:solidFill>
              </a:defRPr>
            </a:lvl3pPr>
            <a:lvl4pPr>
              <a:buNone/>
              <a:defRPr sz="1125" b="1">
                <a:solidFill>
                  <a:srgbClr val="2864A8"/>
                </a:solidFill>
              </a:defRPr>
            </a:lvl4pPr>
            <a:lvl5pPr>
              <a:buNone/>
              <a:defRPr sz="1125" b="1">
                <a:solidFill>
                  <a:srgbClr val="2864A8"/>
                </a:solidFill>
              </a:defRPr>
            </a:lvl5pPr>
            <a:lvl6pPr>
              <a:buNone/>
              <a:defRPr sz="1125" b="1">
                <a:solidFill>
                  <a:srgbClr val="2864A8"/>
                </a:solidFill>
              </a:defRPr>
            </a:lvl6pPr>
            <a:lvl7pPr>
              <a:buNone/>
              <a:defRPr sz="1125" b="1">
                <a:solidFill>
                  <a:srgbClr val="2864A8"/>
                </a:solidFill>
              </a:defRPr>
            </a:lvl7pPr>
            <a:lvl8pPr>
              <a:buNone/>
              <a:defRPr sz="1125" b="1">
                <a:solidFill>
                  <a:srgbClr val="2864A8"/>
                </a:solidFill>
              </a:defRPr>
            </a:lvl8pPr>
            <a:lvl9pPr>
              <a:buNone/>
              <a:defRPr sz="1125" b="1">
                <a:solidFill>
                  <a:srgbClr val="2864A8"/>
                </a:solidFill>
              </a:defRPr>
            </a:lvl9pPr>
          </a:lstStyle>
          <a:p xmlns:a="http://schemas.openxmlformats.org/drawingml/2006/main">
            <a:pPr>
              <a:buNone/>
              <a:defRPr sz="1125" b="1">
                <a:solidFill>
                  <a:srgbClr val="2864A8"/>
                </a:solidFill>
              </a:defRPr>
            </a:pPr>
            <a:r>
              <a:rPr sz="1125" b="1">
                <a:solidFill>
                  <a:srgbClr val="2864A8"/>
                </a:solidFill>
              </a:rPr>
              <a:t>OPERATIONS</a:t>
            </a:r>
          </a:p>
        </p:txBody>
      </p:sp>
      <p:sp>
        <p:nvSpPr>
          <p:cNvPr id="13" name="">
            <a:extLst xmlns:a="http://schemas.openxmlformats.org/drawingml/2006/main">
              <a:ext uri="{FF2B5EF4-FFF2-40B4-BE49-F238E27FC236}">
                <a16:creationId xmlns:a16="http://schemas.microsoft.com/office/drawing/2014/main" id="{7A3F6BB0-86EC-40EB-A817-7E8AA1909D80}"/>
              </a:ext>
            </a:extLst>
          </p:cNvPr>
          <p:cNvSpPr>
            <a:spLocks xmlns:a="http://schemas.openxmlformats.org/drawingml/2006/main" noGrp="1"/>
          </p:cNvSpPr>
          <p:nvPr/>
        </p:nvSpPr>
        <p:spPr>
          <a:xfrm xmlns:a="http://schemas.openxmlformats.org/drawingml/2006/main">
            <a:off x="4514850" y="3505200"/>
            <a:ext cx="2800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D2B3A"/>
                </a:solidFill>
              </a:defRPr>
            </a:defPPr>
            <a:lvl1pPr>
              <a:buNone/>
              <a:defRPr sz="1800" b="1">
                <a:solidFill>
                  <a:srgbClr val="1D2B3A"/>
                </a:solidFill>
              </a:defRPr>
            </a:lvl1pPr>
            <a:lvl2pPr>
              <a:buNone/>
              <a:defRPr sz="1800" b="1">
                <a:solidFill>
                  <a:srgbClr val="1D2B3A"/>
                </a:solidFill>
              </a:defRPr>
            </a:lvl2pPr>
            <a:lvl3pPr>
              <a:buNone/>
              <a:defRPr sz="1800" b="1">
                <a:solidFill>
                  <a:srgbClr val="1D2B3A"/>
                </a:solidFill>
              </a:defRPr>
            </a:lvl3pPr>
            <a:lvl4pPr>
              <a:buNone/>
              <a:defRPr sz="1800" b="1">
                <a:solidFill>
                  <a:srgbClr val="1D2B3A"/>
                </a:solidFill>
              </a:defRPr>
            </a:lvl4pPr>
            <a:lvl5pPr>
              <a:buNone/>
              <a:defRPr sz="1800" b="1">
                <a:solidFill>
                  <a:srgbClr val="1D2B3A"/>
                </a:solidFill>
              </a:defRPr>
            </a:lvl5pPr>
            <a:lvl6pPr>
              <a:buNone/>
              <a:defRPr sz="1800" b="1">
                <a:solidFill>
                  <a:srgbClr val="1D2B3A"/>
                </a:solidFill>
              </a:defRPr>
            </a:lvl6pPr>
            <a:lvl7pPr>
              <a:buNone/>
              <a:defRPr sz="1800" b="1">
                <a:solidFill>
                  <a:srgbClr val="1D2B3A"/>
                </a:solidFill>
              </a:defRPr>
            </a:lvl7pPr>
            <a:lvl8pPr>
              <a:buNone/>
              <a:defRPr sz="1800" b="1">
                <a:solidFill>
                  <a:srgbClr val="1D2B3A"/>
                </a:solidFill>
              </a:defRPr>
            </a:lvl8pPr>
            <a:lvl9pPr>
              <a:buNone/>
              <a:defRPr sz="1800" b="1">
                <a:solidFill>
                  <a:srgbClr val="1D2B3A"/>
                </a:solidFill>
              </a:defRPr>
            </a:lvl9pPr>
          </a:lstStyle>
          <a:p xmlns:a="http://schemas.openxmlformats.org/drawingml/2006/main">
            <a:pPr>
              <a:buNone/>
              <a:defRPr sz="1800" b="1">
                <a:solidFill>
                  <a:srgbClr val="1D2B3A"/>
                </a:solidFill>
              </a:defRPr>
            </a:pPr>
            <a:r>
              <a:rPr sz="1800" b="1">
                <a:solidFill>
                  <a:srgbClr val="1D2B3A"/>
                </a:solidFill>
              </a:rPr>
              <a:t>A signal to prioritize attention</a:t>
            </a:r>
          </a:p>
        </p:txBody>
      </p:sp>
      <p:sp>
        <p:nvSpPr>
          <p:cNvPr id="14" name="">
            <a:extLst xmlns:a="http://schemas.openxmlformats.org/drawingml/2006/main">
              <a:ext uri="{FF2B5EF4-FFF2-40B4-BE49-F238E27FC236}">
                <a16:creationId xmlns:a16="http://schemas.microsoft.com/office/drawing/2014/main" id="{38AE248E-2FF0-47B2-B946-F9BA4384D344}"/>
              </a:ext>
            </a:extLst>
          </p:cNvPr>
          <p:cNvSpPr>
            <a:spLocks xmlns:a="http://schemas.openxmlformats.org/drawingml/2006/main" noGrp="1"/>
          </p:cNvSpPr>
          <p:nvPr/>
        </p:nvSpPr>
        <p:spPr>
          <a:xfrm xmlns:a="http://schemas.openxmlformats.org/drawingml/2006/main">
            <a:off x="7886700" y="2857500"/>
            <a:ext cx="33337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372FE34-4ABD-42D0-917D-A3B434F22010}"/>
              </a:ext>
            </a:extLst>
          </p:cNvPr>
          <p:cNvSpPr>
            <a:spLocks xmlns:a="http://schemas.openxmlformats.org/drawingml/2006/main" noGrp="1"/>
          </p:cNvSpPr>
          <p:nvPr/>
        </p:nvSpPr>
        <p:spPr>
          <a:xfrm xmlns:a="http://schemas.openxmlformats.org/drawingml/2006/main">
            <a:off x="7886700" y="2857500"/>
            <a:ext cx="76200" cy="1676400"/>
          </a:xfrm>
          <a:prstGeom xmlns:a="http://schemas.openxmlformats.org/drawingml/2006/main" prst="roundRect">
            <a:avLst>
              <a:gd name="adj" fmla="val 50000"/>
            </a:avLst>
          </a:prstGeom>
          <a:solidFill xmlns:a="http://schemas.openxmlformats.org/drawingml/2006/main">
            <a:srgbClr val="E58A3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B9FDFE2-1960-4A1F-A8A8-9D33DDA6E12B}"/>
              </a:ext>
            </a:extLst>
          </p:cNvPr>
          <p:cNvSpPr>
            <a:spLocks xmlns:a="http://schemas.openxmlformats.org/drawingml/2006/main" noGrp="1"/>
          </p:cNvSpPr>
          <p:nvPr/>
        </p:nvSpPr>
        <p:spPr>
          <a:xfrm xmlns:a="http://schemas.openxmlformats.org/drawingml/2006/main">
            <a:off x="8153400" y="31051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2864A8"/>
                </a:solidFill>
              </a:defRPr>
            </a:defPPr>
            <a:lvl1pPr>
              <a:buNone/>
              <a:defRPr sz="1125" b="1">
                <a:solidFill>
                  <a:srgbClr val="2864A8"/>
                </a:solidFill>
              </a:defRPr>
            </a:lvl1pPr>
            <a:lvl2pPr>
              <a:buNone/>
              <a:defRPr sz="1125" b="1">
                <a:solidFill>
                  <a:srgbClr val="2864A8"/>
                </a:solidFill>
              </a:defRPr>
            </a:lvl2pPr>
            <a:lvl3pPr>
              <a:buNone/>
              <a:defRPr sz="1125" b="1">
                <a:solidFill>
                  <a:srgbClr val="2864A8"/>
                </a:solidFill>
              </a:defRPr>
            </a:lvl3pPr>
            <a:lvl4pPr>
              <a:buNone/>
              <a:defRPr sz="1125" b="1">
                <a:solidFill>
                  <a:srgbClr val="2864A8"/>
                </a:solidFill>
              </a:defRPr>
            </a:lvl4pPr>
            <a:lvl5pPr>
              <a:buNone/>
              <a:defRPr sz="1125" b="1">
                <a:solidFill>
                  <a:srgbClr val="2864A8"/>
                </a:solidFill>
              </a:defRPr>
            </a:lvl5pPr>
            <a:lvl6pPr>
              <a:buNone/>
              <a:defRPr sz="1125" b="1">
                <a:solidFill>
                  <a:srgbClr val="2864A8"/>
                </a:solidFill>
              </a:defRPr>
            </a:lvl6pPr>
            <a:lvl7pPr>
              <a:buNone/>
              <a:defRPr sz="1125" b="1">
                <a:solidFill>
                  <a:srgbClr val="2864A8"/>
                </a:solidFill>
              </a:defRPr>
            </a:lvl7pPr>
            <a:lvl8pPr>
              <a:buNone/>
              <a:defRPr sz="1125" b="1">
                <a:solidFill>
                  <a:srgbClr val="2864A8"/>
                </a:solidFill>
              </a:defRPr>
            </a:lvl8pPr>
            <a:lvl9pPr>
              <a:buNone/>
              <a:defRPr sz="1125" b="1">
                <a:solidFill>
                  <a:srgbClr val="2864A8"/>
                </a:solidFill>
              </a:defRPr>
            </a:lvl9pPr>
          </a:lstStyle>
          <a:p xmlns:a="http://schemas.openxmlformats.org/drawingml/2006/main">
            <a:pPr>
              <a:buNone/>
              <a:defRPr sz="1125" b="1">
                <a:solidFill>
                  <a:srgbClr val="2864A8"/>
                </a:solidFill>
              </a:defRPr>
            </a:pPr>
            <a:r>
              <a:rPr sz="1125" b="1">
                <a:solidFill>
                  <a:srgbClr val="2864A8"/>
                </a:solidFill>
              </a:rPr>
              <a:t>AGENT</a:t>
            </a:r>
          </a:p>
        </p:txBody>
      </p:sp>
      <p:sp>
        <p:nvSpPr>
          <p:cNvPr id="17" name="">
            <a:extLst xmlns:a="http://schemas.openxmlformats.org/drawingml/2006/main">
              <a:ext uri="{FF2B5EF4-FFF2-40B4-BE49-F238E27FC236}">
                <a16:creationId xmlns:a16="http://schemas.microsoft.com/office/drawing/2014/main" id="{70B153AF-E2CC-47D4-88AA-6F1D69EFAE11}"/>
              </a:ext>
            </a:extLst>
          </p:cNvPr>
          <p:cNvSpPr>
            <a:spLocks xmlns:a="http://schemas.openxmlformats.org/drawingml/2006/main" noGrp="1"/>
          </p:cNvSpPr>
          <p:nvPr/>
        </p:nvSpPr>
        <p:spPr>
          <a:xfrm xmlns:a="http://schemas.openxmlformats.org/drawingml/2006/main">
            <a:off x="8153400" y="3505200"/>
            <a:ext cx="2800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1D2B3A"/>
                </a:solidFill>
              </a:defRPr>
            </a:defPPr>
            <a:lvl1pPr>
              <a:buNone/>
              <a:defRPr sz="1800" b="1">
                <a:solidFill>
                  <a:srgbClr val="1D2B3A"/>
                </a:solidFill>
              </a:defRPr>
            </a:lvl1pPr>
            <a:lvl2pPr>
              <a:buNone/>
              <a:defRPr sz="1800" b="1">
                <a:solidFill>
                  <a:srgbClr val="1D2B3A"/>
                </a:solidFill>
              </a:defRPr>
            </a:lvl2pPr>
            <a:lvl3pPr>
              <a:buNone/>
              <a:defRPr sz="1800" b="1">
                <a:solidFill>
                  <a:srgbClr val="1D2B3A"/>
                </a:solidFill>
              </a:defRPr>
            </a:lvl3pPr>
            <a:lvl4pPr>
              <a:buNone/>
              <a:defRPr sz="1800" b="1">
                <a:solidFill>
                  <a:srgbClr val="1D2B3A"/>
                </a:solidFill>
              </a:defRPr>
            </a:lvl4pPr>
            <a:lvl5pPr>
              <a:buNone/>
              <a:defRPr sz="1800" b="1">
                <a:solidFill>
                  <a:srgbClr val="1D2B3A"/>
                </a:solidFill>
              </a:defRPr>
            </a:lvl5pPr>
            <a:lvl6pPr>
              <a:buNone/>
              <a:defRPr sz="1800" b="1">
                <a:solidFill>
                  <a:srgbClr val="1D2B3A"/>
                </a:solidFill>
              </a:defRPr>
            </a:lvl6pPr>
            <a:lvl7pPr>
              <a:buNone/>
              <a:defRPr sz="1800" b="1">
                <a:solidFill>
                  <a:srgbClr val="1D2B3A"/>
                </a:solidFill>
              </a:defRPr>
            </a:lvl7pPr>
            <a:lvl8pPr>
              <a:buNone/>
              <a:defRPr sz="1800" b="1">
                <a:solidFill>
                  <a:srgbClr val="1D2B3A"/>
                </a:solidFill>
              </a:defRPr>
            </a:lvl8pPr>
            <a:lvl9pPr>
              <a:buNone/>
              <a:defRPr sz="1800" b="1">
                <a:solidFill>
                  <a:srgbClr val="1D2B3A"/>
                </a:solidFill>
              </a:defRPr>
            </a:lvl9pPr>
          </a:lstStyle>
          <a:p xmlns:a="http://schemas.openxmlformats.org/drawingml/2006/main">
            <a:pPr>
              <a:buNone/>
              <a:defRPr sz="1800" b="1">
                <a:solidFill>
                  <a:srgbClr val="1D2B3A"/>
                </a:solidFill>
              </a:defRPr>
            </a:pPr>
            <a:r>
              <a:rPr sz="1800" b="1">
                <a:solidFill>
                  <a:srgbClr val="1D2B3A"/>
                </a:solidFill>
              </a:rPr>
              <a:t>Context-aware estimates, not punitive scores</a:t>
            </a:r>
          </a:p>
        </p:txBody>
      </p:sp>
      <p:sp>
        <p:nvSpPr>
          <p:cNvPr id="18" name="">
            <a:extLst xmlns:a="http://schemas.openxmlformats.org/drawingml/2006/main">
              <a:ext uri="{FF2B5EF4-FFF2-40B4-BE49-F238E27FC236}">
                <a16:creationId xmlns:a16="http://schemas.microsoft.com/office/drawing/2014/main" id="{4348C261-801B-43B9-9539-101C831C91F9}"/>
              </a:ext>
            </a:extLst>
          </p:cNvPr>
          <p:cNvSpPr>
            <a:spLocks xmlns:a="http://schemas.openxmlformats.org/drawingml/2006/main" noGrp="1"/>
          </p:cNvSpPr>
          <p:nvPr/>
        </p:nvSpPr>
        <p:spPr>
          <a:xfrm xmlns:a="http://schemas.openxmlformats.org/drawingml/2006/main">
            <a:off x="609600" y="523875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536477"/>
                </a:solidFill>
              </a:defRPr>
            </a:defPPr>
            <a:lvl1pPr>
              <a:buNone/>
              <a:defRPr sz="1500" b="0">
                <a:solidFill>
                  <a:srgbClr val="536477"/>
                </a:solidFill>
              </a:defRPr>
            </a:lvl1pPr>
            <a:lvl2pPr>
              <a:buNone/>
              <a:defRPr sz="1500" b="0">
                <a:solidFill>
                  <a:srgbClr val="536477"/>
                </a:solidFill>
              </a:defRPr>
            </a:lvl2pPr>
            <a:lvl3pPr>
              <a:buNone/>
              <a:defRPr sz="1500" b="0">
                <a:solidFill>
                  <a:srgbClr val="536477"/>
                </a:solidFill>
              </a:defRPr>
            </a:lvl3pPr>
            <a:lvl4pPr>
              <a:buNone/>
              <a:defRPr sz="1500" b="0">
                <a:solidFill>
                  <a:srgbClr val="536477"/>
                </a:solidFill>
              </a:defRPr>
            </a:lvl4pPr>
            <a:lvl5pPr>
              <a:buNone/>
              <a:defRPr sz="1500" b="0">
                <a:solidFill>
                  <a:srgbClr val="536477"/>
                </a:solidFill>
              </a:defRPr>
            </a:lvl5pPr>
            <a:lvl6pPr>
              <a:buNone/>
              <a:defRPr sz="1500" b="0">
                <a:solidFill>
                  <a:srgbClr val="536477"/>
                </a:solidFill>
              </a:defRPr>
            </a:lvl6pPr>
            <a:lvl7pPr>
              <a:buNone/>
              <a:defRPr sz="1500" b="0">
                <a:solidFill>
                  <a:srgbClr val="536477"/>
                </a:solidFill>
              </a:defRPr>
            </a:lvl7pPr>
            <a:lvl8pPr>
              <a:buNone/>
              <a:defRPr sz="1500" b="0">
                <a:solidFill>
                  <a:srgbClr val="536477"/>
                </a:solidFill>
              </a:defRPr>
            </a:lvl8pPr>
            <a:lvl9pPr>
              <a:buNone/>
              <a:defRPr sz="1500" b="0">
                <a:solidFill>
                  <a:srgbClr val="536477"/>
                </a:solidFill>
              </a:defRPr>
            </a:lvl9pPr>
          </a:lstStyle>
          <a:p xmlns:a="http://schemas.openxmlformats.org/drawingml/2006/main">
            <a:pPr>
              <a:buNone/>
              <a:defRPr sz="1500" b="0">
                <a:solidFill>
                  <a:srgbClr val="536477"/>
                </a:solidFill>
              </a:defRPr>
            </a:pPr>
            <a:r>
              <a:rPr sz="1500" b="0">
                <a:solidFill>
                  <a:srgbClr val="536477"/>
                </a:solidFill>
              </a:rPr>
              <a:t>Prediction target: actual delivery duration in minutes</a:t>
            </a:r>
          </a:p>
        </p:txBody>
      </p:sp>
    </p:spTree>
    <p:extLst>
      <p:ext uri="{BB962C8B-B14F-4D97-AF65-F5344CB8AC3E}">
        <p14:creationId xmlns:p14="http://schemas.microsoft.com/office/powerpoint/2010/main" val="2119293876"/>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668914B-E298-4DF4-B428-E95D84E4A93E}"/>
              </a:ext>
            </a:extLst>
          </p:cNvPr>
          <p:cNvSpPr>
            <a:spLocks xmlns:a="http://schemas.openxmlformats.org/drawingml/2006/main" noGrp="1"/>
          </p:cNvSpPr>
          <p:nvPr/>
        </p:nvSpPr>
        <p:spPr>
          <a:xfrm xmlns:a="http://schemas.openxmlformats.org/drawingml/2006/main">
            <a:off x="609600" y="2286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2864A8"/>
                </a:solidFill>
              </a:defRPr>
            </a:defPPr>
            <a:lvl1pPr>
              <a:buNone/>
              <a:defRPr sz="975" b="1">
                <a:solidFill>
                  <a:srgbClr val="2864A8"/>
                </a:solidFill>
              </a:defRPr>
            </a:lvl1pPr>
            <a:lvl2pPr>
              <a:buNone/>
              <a:defRPr sz="975" b="1">
                <a:solidFill>
                  <a:srgbClr val="2864A8"/>
                </a:solidFill>
              </a:defRPr>
            </a:lvl2pPr>
            <a:lvl3pPr>
              <a:buNone/>
              <a:defRPr sz="975" b="1">
                <a:solidFill>
                  <a:srgbClr val="2864A8"/>
                </a:solidFill>
              </a:defRPr>
            </a:lvl3pPr>
            <a:lvl4pPr>
              <a:buNone/>
              <a:defRPr sz="975" b="1">
                <a:solidFill>
                  <a:srgbClr val="2864A8"/>
                </a:solidFill>
              </a:defRPr>
            </a:lvl4pPr>
            <a:lvl5pPr>
              <a:buNone/>
              <a:defRPr sz="975" b="1">
                <a:solidFill>
                  <a:srgbClr val="2864A8"/>
                </a:solidFill>
              </a:defRPr>
            </a:lvl5pPr>
            <a:lvl6pPr>
              <a:buNone/>
              <a:defRPr sz="975" b="1">
                <a:solidFill>
                  <a:srgbClr val="2864A8"/>
                </a:solidFill>
              </a:defRPr>
            </a:lvl6pPr>
            <a:lvl7pPr>
              <a:buNone/>
              <a:defRPr sz="975" b="1">
                <a:solidFill>
                  <a:srgbClr val="2864A8"/>
                </a:solidFill>
              </a:defRPr>
            </a:lvl7pPr>
            <a:lvl8pPr>
              <a:buNone/>
              <a:defRPr sz="975" b="1">
                <a:solidFill>
                  <a:srgbClr val="2864A8"/>
                </a:solidFill>
              </a:defRPr>
            </a:lvl8pPr>
            <a:lvl9pPr>
              <a:buNone/>
              <a:defRPr sz="975" b="1">
                <a:solidFill>
                  <a:srgbClr val="2864A8"/>
                </a:solidFill>
              </a:defRPr>
            </a:lvl9pPr>
          </a:lstStyle>
          <a:p xmlns:a="http://schemas.openxmlformats.org/drawingml/2006/main">
            <a:pPr>
              <a:buNone/>
              <a:defRPr sz="975" b="1">
                <a:solidFill>
                  <a:srgbClr val="2864A8"/>
                </a:solidFill>
              </a:defRPr>
            </a:pPr>
            <a:r>
              <a:rPr sz="975" b="1">
                <a:solidFill>
                  <a:srgbClr val="2864A8"/>
                </a:solidFill>
              </a:rPr>
              <a:t>LAST-MILE DELIVERY  /  ETA PREDICTION</a:t>
            </a:r>
          </a:p>
        </p:txBody>
      </p:sp>
      <p:sp>
        <p:nvSpPr>
          <p:cNvPr id="2" name="">
            <a:extLst xmlns:a="http://schemas.openxmlformats.org/drawingml/2006/main">
              <a:ext uri="{FF2B5EF4-FFF2-40B4-BE49-F238E27FC236}">
                <a16:creationId xmlns:a16="http://schemas.microsoft.com/office/drawing/2014/main" id="{B54E4F3B-14D0-429B-800E-B4657B82A9B9}"/>
              </a:ext>
            </a:extLst>
          </p:cNvPr>
          <p:cNvSpPr>
            <a:spLocks xmlns:a="http://schemas.openxmlformats.org/drawingml/2006/main" noGrp="1"/>
          </p:cNvSpPr>
          <p:nvPr/>
        </p:nvSpPr>
        <p:spPr>
          <a:xfrm xmlns:a="http://schemas.openxmlformats.org/drawingml/2006/main">
            <a:off x="11163300" y="2286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477"/>
                </a:solidFill>
              </a:defRPr>
            </a:defPPr>
            <a:lvl1pPr>
              <a:buNone/>
              <a:defRPr sz="975" b="1">
                <a:solidFill>
                  <a:srgbClr val="536477"/>
                </a:solidFill>
              </a:defRPr>
            </a:lvl1pPr>
            <a:lvl2pPr>
              <a:buNone/>
              <a:defRPr sz="975" b="1">
                <a:solidFill>
                  <a:srgbClr val="536477"/>
                </a:solidFill>
              </a:defRPr>
            </a:lvl2pPr>
            <a:lvl3pPr>
              <a:buNone/>
              <a:defRPr sz="975" b="1">
                <a:solidFill>
                  <a:srgbClr val="536477"/>
                </a:solidFill>
              </a:defRPr>
            </a:lvl3pPr>
            <a:lvl4pPr>
              <a:buNone/>
              <a:defRPr sz="975" b="1">
                <a:solidFill>
                  <a:srgbClr val="536477"/>
                </a:solidFill>
              </a:defRPr>
            </a:lvl4pPr>
            <a:lvl5pPr>
              <a:buNone/>
              <a:defRPr sz="975" b="1">
                <a:solidFill>
                  <a:srgbClr val="536477"/>
                </a:solidFill>
              </a:defRPr>
            </a:lvl5pPr>
            <a:lvl6pPr>
              <a:buNone/>
              <a:defRPr sz="975" b="1">
                <a:solidFill>
                  <a:srgbClr val="536477"/>
                </a:solidFill>
              </a:defRPr>
            </a:lvl6pPr>
            <a:lvl7pPr>
              <a:buNone/>
              <a:defRPr sz="975" b="1">
                <a:solidFill>
                  <a:srgbClr val="536477"/>
                </a:solidFill>
              </a:defRPr>
            </a:lvl7pPr>
            <a:lvl8pPr>
              <a:buNone/>
              <a:defRPr sz="975" b="1">
                <a:solidFill>
                  <a:srgbClr val="536477"/>
                </a:solidFill>
              </a:defRPr>
            </a:lvl8pPr>
            <a:lvl9pPr>
              <a:buNone/>
              <a:defRPr sz="975" b="1">
                <a:solidFill>
                  <a:srgbClr val="536477"/>
                </a:solidFill>
              </a:defRPr>
            </a:lvl9pPr>
          </a:lstStyle>
          <a:p xmlns:a="http://schemas.openxmlformats.org/drawingml/2006/main">
            <a:pPr>
              <a:buNone/>
              <a:defRPr sz="975" b="1">
                <a:solidFill>
                  <a:srgbClr val="536477"/>
                </a:solidFill>
              </a:defRPr>
            </a:pPr>
            <a:r>
              <a:rPr sz="975" b="1">
                <a:solidFill>
                  <a:srgbClr val="536477"/>
                </a:solidFill>
              </a:rPr>
              <a:t>03</a:t>
            </a:r>
          </a:p>
        </p:txBody>
      </p:sp>
      <p:sp>
        <p:nvSpPr>
          <p:cNvPr id="3" name="">
            <a:extLst xmlns:a="http://schemas.openxmlformats.org/drawingml/2006/main">
              <a:ext uri="{FF2B5EF4-FFF2-40B4-BE49-F238E27FC236}">
                <a16:creationId xmlns:a16="http://schemas.microsoft.com/office/drawing/2014/main" id="{3F7F9DD7-6C20-472E-9C6F-8364C37217C0}"/>
              </a:ext>
            </a:extLst>
          </p:cNvPr>
          <p:cNvSpPr>
            <a:spLocks xmlns:a="http://schemas.openxmlformats.org/drawingml/2006/main" noGrp="1"/>
          </p:cNvSpPr>
          <p:nvPr/>
        </p:nvSpPr>
        <p:spPr>
          <a:xfrm xmlns:a="http://schemas.openxmlformats.org/drawingml/2006/main">
            <a:off x="609600" y="6572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850" b="1">
                <a:solidFill>
                  <a:srgbClr val="14263D"/>
                </a:solidFill>
              </a:defRPr>
            </a:defPPr>
            <a:lvl1pPr>
              <a:buNone/>
              <a:defRPr sz="2850" b="1">
                <a:solidFill>
                  <a:srgbClr val="14263D"/>
                </a:solidFill>
              </a:defRPr>
            </a:lvl1pPr>
            <a:lvl2pPr>
              <a:buNone/>
              <a:defRPr sz="2850" b="1">
                <a:solidFill>
                  <a:srgbClr val="14263D"/>
                </a:solidFill>
              </a:defRPr>
            </a:lvl2pPr>
            <a:lvl3pPr>
              <a:buNone/>
              <a:defRPr sz="2850" b="1">
                <a:solidFill>
                  <a:srgbClr val="14263D"/>
                </a:solidFill>
              </a:defRPr>
            </a:lvl3pPr>
            <a:lvl4pPr>
              <a:buNone/>
              <a:defRPr sz="2850" b="1">
                <a:solidFill>
                  <a:srgbClr val="14263D"/>
                </a:solidFill>
              </a:defRPr>
            </a:lvl4pPr>
            <a:lvl5pPr>
              <a:buNone/>
              <a:defRPr sz="2850" b="1">
                <a:solidFill>
                  <a:srgbClr val="14263D"/>
                </a:solidFill>
              </a:defRPr>
            </a:lvl5pPr>
            <a:lvl6pPr>
              <a:buNone/>
              <a:defRPr sz="2850" b="1">
                <a:solidFill>
                  <a:srgbClr val="14263D"/>
                </a:solidFill>
              </a:defRPr>
            </a:lvl6pPr>
            <a:lvl7pPr>
              <a:buNone/>
              <a:defRPr sz="2850" b="1">
                <a:solidFill>
                  <a:srgbClr val="14263D"/>
                </a:solidFill>
              </a:defRPr>
            </a:lvl7pPr>
            <a:lvl8pPr>
              <a:buNone/>
              <a:defRPr sz="2850" b="1">
                <a:solidFill>
                  <a:srgbClr val="14263D"/>
                </a:solidFill>
              </a:defRPr>
            </a:lvl8pPr>
            <a:lvl9pPr>
              <a:buNone/>
              <a:defRPr sz="2850" b="1">
                <a:solidFill>
                  <a:srgbClr val="14263D"/>
                </a:solidFill>
              </a:defRPr>
            </a:lvl9pPr>
          </a:lstStyle>
          <a:p xmlns:a="http://schemas.openxmlformats.org/drawingml/2006/main">
            <a:pPr>
              <a:buNone/>
              <a:defRPr sz="2850" b="1">
                <a:solidFill>
                  <a:srgbClr val="14263D"/>
                </a:solidFill>
              </a:defRPr>
            </a:pPr>
            <a:r>
              <a:rPr sz="2850" b="1">
                <a:solidFill>
                  <a:srgbClr val="14263D"/>
                </a:solidFill>
              </a:rPr>
              <a:t>Data and dispatch-time signals</a:t>
            </a:r>
          </a:p>
        </p:txBody>
      </p:sp>
      <p:sp>
        <p:nvSpPr>
          <p:cNvPr id="4" name="">
            <a:extLst xmlns:a="http://schemas.openxmlformats.org/drawingml/2006/main">
              <a:ext uri="{FF2B5EF4-FFF2-40B4-BE49-F238E27FC236}">
                <a16:creationId xmlns:a16="http://schemas.microsoft.com/office/drawing/2014/main" id="{98D98730-4E8A-4D71-ACA1-70BC963C33D1}"/>
              </a:ext>
            </a:extLst>
          </p:cNvPr>
          <p:cNvSpPr>
            <a:spLocks xmlns:a="http://schemas.openxmlformats.org/drawingml/2006/main" noGrp="1"/>
          </p:cNvSpPr>
          <p:nvPr/>
        </p:nvSpPr>
        <p:spPr>
          <a:xfrm xmlns:a="http://schemas.openxmlformats.org/drawingml/2006/main">
            <a:off x="609600" y="1323975"/>
            <a:ext cx="685800" cy="47625"/>
          </a:xfrm>
          <a:prstGeom xmlns:a="http://schemas.openxmlformats.org/drawingml/2006/main" prst="roundRect">
            <a:avLst>
              <a:gd name="adj" fmla="val 50000"/>
            </a:avLst>
          </a:prstGeom>
          <a:solidFill xmlns:a="http://schemas.openxmlformats.org/drawingml/2006/main">
            <a:srgbClr val="36B3C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F6D363-C544-478B-A0C1-4C876A7D2DB0}"/>
              </a:ext>
            </a:extLst>
          </p:cNvPr>
          <p:cNvSpPr>
            <a:spLocks xmlns:a="http://schemas.openxmlformats.org/drawingml/2006/main" noGrp="1"/>
          </p:cNvSpPr>
          <p:nvPr/>
        </p:nvSpPr>
        <p:spPr>
          <a:xfrm xmlns:a="http://schemas.openxmlformats.org/drawingml/2006/main">
            <a:off x="609600" y="158115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536477"/>
                </a:solidFill>
              </a:defRPr>
            </a:defPPr>
            <a:lvl1pPr>
              <a:buNone/>
              <a:defRPr sz="1500" b="0">
                <a:solidFill>
                  <a:srgbClr val="536477"/>
                </a:solidFill>
              </a:defRPr>
            </a:lvl1pPr>
            <a:lvl2pPr>
              <a:buNone/>
              <a:defRPr sz="1500" b="0">
                <a:solidFill>
                  <a:srgbClr val="536477"/>
                </a:solidFill>
              </a:defRPr>
            </a:lvl2pPr>
            <a:lvl3pPr>
              <a:buNone/>
              <a:defRPr sz="1500" b="0">
                <a:solidFill>
                  <a:srgbClr val="536477"/>
                </a:solidFill>
              </a:defRPr>
            </a:lvl3pPr>
            <a:lvl4pPr>
              <a:buNone/>
              <a:defRPr sz="1500" b="0">
                <a:solidFill>
                  <a:srgbClr val="536477"/>
                </a:solidFill>
              </a:defRPr>
            </a:lvl4pPr>
            <a:lvl5pPr>
              <a:buNone/>
              <a:defRPr sz="1500" b="0">
                <a:solidFill>
                  <a:srgbClr val="536477"/>
                </a:solidFill>
              </a:defRPr>
            </a:lvl5pPr>
            <a:lvl6pPr>
              <a:buNone/>
              <a:defRPr sz="1500" b="0">
                <a:solidFill>
                  <a:srgbClr val="536477"/>
                </a:solidFill>
              </a:defRPr>
            </a:lvl6pPr>
            <a:lvl7pPr>
              <a:buNone/>
              <a:defRPr sz="1500" b="0">
                <a:solidFill>
                  <a:srgbClr val="536477"/>
                </a:solidFill>
              </a:defRPr>
            </a:lvl7pPr>
            <a:lvl8pPr>
              <a:buNone/>
              <a:defRPr sz="1500" b="0">
                <a:solidFill>
                  <a:srgbClr val="536477"/>
                </a:solidFill>
              </a:defRPr>
            </a:lvl8pPr>
            <a:lvl9pPr>
              <a:buNone/>
              <a:defRPr sz="1500" b="0">
                <a:solidFill>
                  <a:srgbClr val="536477"/>
                </a:solidFill>
              </a:defRPr>
            </a:lvl9pPr>
          </a:lstStyle>
          <a:p xmlns:a="http://schemas.openxmlformats.org/drawingml/2006/main">
            <a:pPr>
              <a:buNone/>
              <a:defRPr sz="1500" b="0">
                <a:solidFill>
                  <a:srgbClr val="536477"/>
                </a:solidFill>
              </a:defRPr>
            </a:pPr>
            <a:r>
              <a:rPr sz="1500" b="0">
                <a:solidFill>
                  <a:srgbClr val="536477"/>
                </a:solidFill>
              </a:rPr>
              <a:t>43,739 rows · 16 columns · Delivery_Time: 10–270 min (median 125)</a:t>
            </a:r>
          </a:p>
        </p:txBody>
      </p:sp>
      <p:sp>
        <p:nvSpPr>
          <p:cNvPr id="6" name="">
            <a:extLst xmlns:a="http://schemas.openxmlformats.org/drawingml/2006/main">
              <a:ext uri="{FF2B5EF4-FFF2-40B4-BE49-F238E27FC236}">
                <a16:creationId xmlns:a16="http://schemas.microsoft.com/office/drawing/2014/main" id="{36D1D244-DE86-4278-927B-96EF644112E5}"/>
              </a:ext>
            </a:extLst>
          </p:cNvPr>
          <p:cNvSpPr>
            <a:spLocks xmlns:a="http://schemas.openxmlformats.org/drawingml/2006/main" noGrp="1"/>
          </p:cNvSpPr>
          <p:nvPr/>
        </p:nvSpPr>
        <p:spPr>
          <a:xfrm xmlns:a="http://schemas.openxmlformats.org/drawingml/2006/main">
            <a:off x="609600" y="25717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2864A8"/>
                </a:solidFill>
              </a:defRPr>
            </a:defPPr>
            <a:lvl1pPr>
              <a:buNone/>
              <a:defRPr sz="1125" b="1">
                <a:solidFill>
                  <a:srgbClr val="2864A8"/>
                </a:solidFill>
              </a:defRPr>
            </a:lvl1pPr>
            <a:lvl2pPr>
              <a:buNone/>
              <a:defRPr sz="1125" b="1">
                <a:solidFill>
                  <a:srgbClr val="2864A8"/>
                </a:solidFill>
              </a:defRPr>
            </a:lvl2pPr>
            <a:lvl3pPr>
              <a:buNone/>
              <a:defRPr sz="1125" b="1">
                <a:solidFill>
                  <a:srgbClr val="2864A8"/>
                </a:solidFill>
              </a:defRPr>
            </a:lvl3pPr>
            <a:lvl4pPr>
              <a:buNone/>
              <a:defRPr sz="1125" b="1">
                <a:solidFill>
                  <a:srgbClr val="2864A8"/>
                </a:solidFill>
              </a:defRPr>
            </a:lvl4pPr>
            <a:lvl5pPr>
              <a:buNone/>
              <a:defRPr sz="1125" b="1">
                <a:solidFill>
                  <a:srgbClr val="2864A8"/>
                </a:solidFill>
              </a:defRPr>
            </a:lvl5pPr>
            <a:lvl6pPr>
              <a:buNone/>
              <a:defRPr sz="1125" b="1">
                <a:solidFill>
                  <a:srgbClr val="2864A8"/>
                </a:solidFill>
              </a:defRPr>
            </a:lvl6pPr>
            <a:lvl7pPr>
              <a:buNone/>
              <a:defRPr sz="1125" b="1">
                <a:solidFill>
                  <a:srgbClr val="2864A8"/>
                </a:solidFill>
              </a:defRPr>
            </a:lvl7pPr>
            <a:lvl8pPr>
              <a:buNone/>
              <a:defRPr sz="1125" b="1">
                <a:solidFill>
                  <a:srgbClr val="2864A8"/>
                </a:solidFill>
              </a:defRPr>
            </a:lvl8pPr>
            <a:lvl9pPr>
              <a:buNone/>
              <a:defRPr sz="1125" b="1">
                <a:solidFill>
                  <a:srgbClr val="2864A8"/>
                </a:solidFill>
              </a:defRPr>
            </a:lvl9pPr>
          </a:lstStyle>
          <a:p xmlns:a="http://schemas.openxmlformats.org/drawingml/2006/main">
            <a:pPr>
              <a:buNone/>
              <a:defRPr sz="1125" b="1">
                <a:solidFill>
                  <a:srgbClr val="2864A8"/>
                </a:solidFill>
              </a:defRPr>
            </a:pPr>
            <a:r>
              <a:rPr sz="1125" b="1">
                <a:solidFill>
                  <a:srgbClr val="2864A8"/>
                </a:solidFill>
              </a:rPr>
              <a:t>ROUTE</a:t>
            </a:r>
          </a:p>
        </p:txBody>
      </p:sp>
      <p:sp>
        <p:nvSpPr>
          <p:cNvPr id="7" name="">
            <a:extLst xmlns:a="http://schemas.openxmlformats.org/drawingml/2006/main">
              <a:ext uri="{FF2B5EF4-FFF2-40B4-BE49-F238E27FC236}">
                <a16:creationId xmlns:a16="http://schemas.microsoft.com/office/drawing/2014/main" id="{3670E5D3-D09F-41B4-837C-8B329D0B1D44}"/>
              </a:ext>
            </a:extLst>
          </p:cNvPr>
          <p:cNvSpPr>
            <a:spLocks xmlns:a="http://schemas.openxmlformats.org/drawingml/2006/main" noGrp="1"/>
          </p:cNvSpPr>
          <p:nvPr/>
        </p:nvSpPr>
        <p:spPr>
          <a:xfrm xmlns:a="http://schemas.openxmlformats.org/drawingml/2006/main">
            <a:off x="609600" y="2933700"/>
            <a:ext cx="2362200" cy="28575"/>
          </a:xfrm>
          <a:prstGeom xmlns:a="http://schemas.openxmlformats.org/drawingml/2006/main" prst="rect">
            <a:avLst/>
          </a:prstGeom>
          <a:solidFill xmlns:a="http://schemas.openxmlformats.org/drawingml/2006/main">
            <a:srgbClr val="D7DEE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745428C-249E-4FE0-89F6-D3BF62D8DD6B}"/>
              </a:ext>
            </a:extLst>
          </p:cNvPr>
          <p:cNvSpPr>
            <a:spLocks xmlns:a="http://schemas.openxmlformats.org/drawingml/2006/main" noGrp="1"/>
          </p:cNvSpPr>
          <p:nvPr/>
        </p:nvSpPr>
        <p:spPr>
          <a:xfrm xmlns:a="http://schemas.openxmlformats.org/drawingml/2006/main">
            <a:off x="609600" y="3143250"/>
            <a:ext cx="2362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D2B3A"/>
                </a:solidFill>
              </a:defRPr>
            </a:defPPr>
            <a:lvl1pPr>
              <a:buNone/>
              <a:defRPr sz="1575" b="1">
                <a:solidFill>
                  <a:srgbClr val="1D2B3A"/>
                </a:solidFill>
              </a:defRPr>
            </a:lvl1pPr>
            <a:lvl2pPr>
              <a:buNone/>
              <a:defRPr sz="1575" b="1">
                <a:solidFill>
                  <a:srgbClr val="1D2B3A"/>
                </a:solidFill>
              </a:defRPr>
            </a:lvl2pPr>
            <a:lvl3pPr>
              <a:buNone/>
              <a:defRPr sz="1575" b="1">
                <a:solidFill>
                  <a:srgbClr val="1D2B3A"/>
                </a:solidFill>
              </a:defRPr>
            </a:lvl3pPr>
            <a:lvl4pPr>
              <a:buNone/>
              <a:defRPr sz="1575" b="1">
                <a:solidFill>
                  <a:srgbClr val="1D2B3A"/>
                </a:solidFill>
              </a:defRPr>
            </a:lvl4pPr>
            <a:lvl5pPr>
              <a:buNone/>
              <a:defRPr sz="1575" b="1">
                <a:solidFill>
                  <a:srgbClr val="1D2B3A"/>
                </a:solidFill>
              </a:defRPr>
            </a:lvl5pPr>
            <a:lvl6pPr>
              <a:buNone/>
              <a:defRPr sz="1575" b="1">
                <a:solidFill>
                  <a:srgbClr val="1D2B3A"/>
                </a:solidFill>
              </a:defRPr>
            </a:lvl6pPr>
            <a:lvl7pPr>
              <a:buNone/>
              <a:defRPr sz="1575" b="1">
                <a:solidFill>
                  <a:srgbClr val="1D2B3A"/>
                </a:solidFill>
              </a:defRPr>
            </a:lvl7pPr>
            <a:lvl8pPr>
              <a:buNone/>
              <a:defRPr sz="1575" b="1">
                <a:solidFill>
                  <a:srgbClr val="1D2B3A"/>
                </a:solidFill>
              </a:defRPr>
            </a:lvl8pPr>
            <a:lvl9pPr>
              <a:buNone/>
              <a:defRPr sz="1575" b="1">
                <a:solidFill>
                  <a:srgbClr val="1D2B3A"/>
                </a:solidFill>
              </a:defRPr>
            </a:lvl9pPr>
          </a:lstStyle>
          <a:p xmlns:a="http://schemas.openxmlformats.org/drawingml/2006/main">
            <a:pPr>
              <a:buNone/>
              <a:defRPr sz="1575" b="1">
                <a:solidFill>
                  <a:srgbClr val="1D2B3A"/>
                </a:solidFill>
              </a:defRPr>
            </a:pPr>
            <a:r>
              <a:rPr sz="1575" b="1">
                <a:solidFill>
                  <a:srgbClr val="1D2B3A"/>
                </a:solidFill>
              </a:rPr>
              <a:t>Pickup/drop coordinates</a:t>
            </a:r>
          </a:p>
          <a:p xmlns:a="http://schemas.openxmlformats.org/drawingml/2006/main">
            <a:pPr>
              <a:buNone/>
              <a:defRPr sz="1575" b="1">
                <a:solidFill>
                  <a:srgbClr val="1D2B3A"/>
                </a:solidFill>
              </a:defRPr>
            </a:pPr>
            <a:r>
              <a:rPr sz="1575" b="1">
                <a:solidFill>
                  <a:srgbClr val="1D2B3A"/>
                </a:solidFill>
              </a:rPr>
              <a:t>Haversine distance</a:t>
            </a:r>
          </a:p>
        </p:txBody>
      </p:sp>
      <p:sp>
        <p:nvSpPr>
          <p:cNvPr id="9" name="">
            <a:extLst xmlns:a="http://schemas.openxmlformats.org/drawingml/2006/main">
              <a:ext uri="{FF2B5EF4-FFF2-40B4-BE49-F238E27FC236}">
                <a16:creationId xmlns:a16="http://schemas.microsoft.com/office/drawing/2014/main" id="{99A6CCDD-1DAB-49AE-9EA9-A6751CED5714}"/>
              </a:ext>
            </a:extLst>
          </p:cNvPr>
          <p:cNvSpPr>
            <a:spLocks xmlns:a="http://schemas.openxmlformats.org/drawingml/2006/main" noGrp="1"/>
          </p:cNvSpPr>
          <p:nvPr/>
        </p:nvSpPr>
        <p:spPr>
          <a:xfrm xmlns:a="http://schemas.openxmlformats.org/drawingml/2006/main">
            <a:off x="3371850" y="25717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2864A8"/>
                </a:solidFill>
              </a:defRPr>
            </a:defPPr>
            <a:lvl1pPr>
              <a:buNone/>
              <a:defRPr sz="1125" b="1">
                <a:solidFill>
                  <a:srgbClr val="2864A8"/>
                </a:solidFill>
              </a:defRPr>
            </a:lvl1pPr>
            <a:lvl2pPr>
              <a:buNone/>
              <a:defRPr sz="1125" b="1">
                <a:solidFill>
                  <a:srgbClr val="2864A8"/>
                </a:solidFill>
              </a:defRPr>
            </a:lvl2pPr>
            <a:lvl3pPr>
              <a:buNone/>
              <a:defRPr sz="1125" b="1">
                <a:solidFill>
                  <a:srgbClr val="2864A8"/>
                </a:solidFill>
              </a:defRPr>
            </a:lvl3pPr>
            <a:lvl4pPr>
              <a:buNone/>
              <a:defRPr sz="1125" b="1">
                <a:solidFill>
                  <a:srgbClr val="2864A8"/>
                </a:solidFill>
              </a:defRPr>
            </a:lvl4pPr>
            <a:lvl5pPr>
              <a:buNone/>
              <a:defRPr sz="1125" b="1">
                <a:solidFill>
                  <a:srgbClr val="2864A8"/>
                </a:solidFill>
              </a:defRPr>
            </a:lvl5pPr>
            <a:lvl6pPr>
              <a:buNone/>
              <a:defRPr sz="1125" b="1">
                <a:solidFill>
                  <a:srgbClr val="2864A8"/>
                </a:solidFill>
              </a:defRPr>
            </a:lvl6pPr>
            <a:lvl7pPr>
              <a:buNone/>
              <a:defRPr sz="1125" b="1">
                <a:solidFill>
                  <a:srgbClr val="2864A8"/>
                </a:solidFill>
              </a:defRPr>
            </a:lvl7pPr>
            <a:lvl8pPr>
              <a:buNone/>
              <a:defRPr sz="1125" b="1">
                <a:solidFill>
                  <a:srgbClr val="2864A8"/>
                </a:solidFill>
              </a:defRPr>
            </a:lvl8pPr>
            <a:lvl9pPr>
              <a:buNone/>
              <a:defRPr sz="1125" b="1">
                <a:solidFill>
                  <a:srgbClr val="2864A8"/>
                </a:solidFill>
              </a:defRPr>
            </a:lvl9pPr>
          </a:lstStyle>
          <a:p xmlns:a="http://schemas.openxmlformats.org/drawingml/2006/main">
            <a:pPr>
              <a:buNone/>
              <a:defRPr sz="1125" b="1">
                <a:solidFill>
                  <a:srgbClr val="2864A8"/>
                </a:solidFill>
              </a:defRPr>
            </a:pPr>
            <a:r>
              <a:rPr sz="1125" b="1">
                <a:solidFill>
                  <a:srgbClr val="2864A8"/>
                </a:solidFill>
              </a:rPr>
              <a:t>CONDITIONS</a:t>
            </a:r>
          </a:p>
        </p:txBody>
      </p:sp>
      <p:sp>
        <p:nvSpPr>
          <p:cNvPr id="10" name="">
            <a:extLst xmlns:a="http://schemas.openxmlformats.org/drawingml/2006/main">
              <a:ext uri="{FF2B5EF4-FFF2-40B4-BE49-F238E27FC236}">
                <a16:creationId xmlns:a16="http://schemas.microsoft.com/office/drawing/2014/main" id="{287C764F-397C-43CE-89A7-68E6294441BE}"/>
              </a:ext>
            </a:extLst>
          </p:cNvPr>
          <p:cNvSpPr>
            <a:spLocks xmlns:a="http://schemas.openxmlformats.org/drawingml/2006/main" noGrp="1"/>
          </p:cNvSpPr>
          <p:nvPr/>
        </p:nvSpPr>
        <p:spPr>
          <a:xfrm xmlns:a="http://schemas.openxmlformats.org/drawingml/2006/main">
            <a:off x="3371850" y="2933700"/>
            <a:ext cx="2362200" cy="28575"/>
          </a:xfrm>
          <a:prstGeom xmlns:a="http://schemas.openxmlformats.org/drawingml/2006/main" prst="rect">
            <a:avLst/>
          </a:prstGeom>
          <a:solidFill xmlns:a="http://schemas.openxmlformats.org/drawingml/2006/main">
            <a:srgbClr val="D7DE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0AEDDF4-9D99-4C57-A705-75F8240188DA}"/>
              </a:ext>
            </a:extLst>
          </p:cNvPr>
          <p:cNvSpPr>
            <a:spLocks xmlns:a="http://schemas.openxmlformats.org/drawingml/2006/main" noGrp="1"/>
          </p:cNvSpPr>
          <p:nvPr/>
        </p:nvSpPr>
        <p:spPr>
          <a:xfrm xmlns:a="http://schemas.openxmlformats.org/drawingml/2006/main">
            <a:off x="3371850" y="3143250"/>
            <a:ext cx="2362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D2B3A"/>
                </a:solidFill>
              </a:defRPr>
            </a:defPPr>
            <a:lvl1pPr>
              <a:buNone/>
              <a:defRPr sz="1575" b="1">
                <a:solidFill>
                  <a:srgbClr val="1D2B3A"/>
                </a:solidFill>
              </a:defRPr>
            </a:lvl1pPr>
            <a:lvl2pPr>
              <a:buNone/>
              <a:defRPr sz="1575" b="1">
                <a:solidFill>
                  <a:srgbClr val="1D2B3A"/>
                </a:solidFill>
              </a:defRPr>
            </a:lvl2pPr>
            <a:lvl3pPr>
              <a:buNone/>
              <a:defRPr sz="1575" b="1">
                <a:solidFill>
                  <a:srgbClr val="1D2B3A"/>
                </a:solidFill>
              </a:defRPr>
            </a:lvl3pPr>
            <a:lvl4pPr>
              <a:buNone/>
              <a:defRPr sz="1575" b="1">
                <a:solidFill>
                  <a:srgbClr val="1D2B3A"/>
                </a:solidFill>
              </a:defRPr>
            </a:lvl4pPr>
            <a:lvl5pPr>
              <a:buNone/>
              <a:defRPr sz="1575" b="1">
                <a:solidFill>
                  <a:srgbClr val="1D2B3A"/>
                </a:solidFill>
              </a:defRPr>
            </a:lvl5pPr>
            <a:lvl6pPr>
              <a:buNone/>
              <a:defRPr sz="1575" b="1">
                <a:solidFill>
                  <a:srgbClr val="1D2B3A"/>
                </a:solidFill>
              </a:defRPr>
            </a:lvl6pPr>
            <a:lvl7pPr>
              <a:buNone/>
              <a:defRPr sz="1575" b="1">
                <a:solidFill>
                  <a:srgbClr val="1D2B3A"/>
                </a:solidFill>
              </a:defRPr>
            </a:lvl7pPr>
            <a:lvl8pPr>
              <a:buNone/>
              <a:defRPr sz="1575" b="1">
                <a:solidFill>
                  <a:srgbClr val="1D2B3A"/>
                </a:solidFill>
              </a:defRPr>
            </a:lvl8pPr>
            <a:lvl9pPr>
              <a:buNone/>
              <a:defRPr sz="1575" b="1">
                <a:solidFill>
                  <a:srgbClr val="1D2B3A"/>
                </a:solidFill>
              </a:defRPr>
            </a:lvl9pPr>
          </a:lstStyle>
          <a:p xmlns:a="http://schemas.openxmlformats.org/drawingml/2006/main">
            <a:pPr>
              <a:buNone/>
              <a:defRPr sz="1575" b="1">
                <a:solidFill>
                  <a:srgbClr val="1D2B3A"/>
                </a:solidFill>
              </a:defRPr>
            </a:pPr>
            <a:r>
              <a:rPr sz="1575" b="1">
                <a:solidFill>
                  <a:srgbClr val="1D2B3A"/>
                </a:solidFill>
              </a:rPr>
              <a:t>Traffic · weather</a:t>
            </a:r>
          </a:p>
          <a:p xmlns:a="http://schemas.openxmlformats.org/drawingml/2006/main">
            <a:pPr>
              <a:buNone/>
              <a:defRPr sz="1575" b="1">
                <a:solidFill>
                  <a:srgbClr val="1D2B3A"/>
                </a:solidFill>
              </a:defRPr>
            </a:pPr>
            <a:r>
              <a:rPr sz="1575" b="1">
                <a:solidFill>
                  <a:srgbClr val="1D2B3A"/>
                </a:solidFill>
              </a:rPr>
              <a:t>Area</a:t>
            </a:r>
          </a:p>
        </p:txBody>
      </p:sp>
      <p:sp>
        <p:nvSpPr>
          <p:cNvPr id="12" name="">
            <a:extLst xmlns:a="http://schemas.openxmlformats.org/drawingml/2006/main">
              <a:ext uri="{FF2B5EF4-FFF2-40B4-BE49-F238E27FC236}">
                <a16:creationId xmlns:a16="http://schemas.microsoft.com/office/drawing/2014/main" id="{FE8FF8E8-DC2B-47D2-B69A-823121777EDC}"/>
              </a:ext>
            </a:extLst>
          </p:cNvPr>
          <p:cNvSpPr>
            <a:spLocks xmlns:a="http://schemas.openxmlformats.org/drawingml/2006/main" noGrp="1"/>
          </p:cNvSpPr>
          <p:nvPr/>
        </p:nvSpPr>
        <p:spPr>
          <a:xfrm xmlns:a="http://schemas.openxmlformats.org/drawingml/2006/main">
            <a:off x="6134100" y="25717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2864A8"/>
                </a:solidFill>
              </a:defRPr>
            </a:defPPr>
            <a:lvl1pPr>
              <a:buNone/>
              <a:defRPr sz="1125" b="1">
                <a:solidFill>
                  <a:srgbClr val="2864A8"/>
                </a:solidFill>
              </a:defRPr>
            </a:lvl1pPr>
            <a:lvl2pPr>
              <a:buNone/>
              <a:defRPr sz="1125" b="1">
                <a:solidFill>
                  <a:srgbClr val="2864A8"/>
                </a:solidFill>
              </a:defRPr>
            </a:lvl2pPr>
            <a:lvl3pPr>
              <a:buNone/>
              <a:defRPr sz="1125" b="1">
                <a:solidFill>
                  <a:srgbClr val="2864A8"/>
                </a:solidFill>
              </a:defRPr>
            </a:lvl3pPr>
            <a:lvl4pPr>
              <a:buNone/>
              <a:defRPr sz="1125" b="1">
                <a:solidFill>
                  <a:srgbClr val="2864A8"/>
                </a:solidFill>
              </a:defRPr>
            </a:lvl4pPr>
            <a:lvl5pPr>
              <a:buNone/>
              <a:defRPr sz="1125" b="1">
                <a:solidFill>
                  <a:srgbClr val="2864A8"/>
                </a:solidFill>
              </a:defRPr>
            </a:lvl5pPr>
            <a:lvl6pPr>
              <a:buNone/>
              <a:defRPr sz="1125" b="1">
                <a:solidFill>
                  <a:srgbClr val="2864A8"/>
                </a:solidFill>
              </a:defRPr>
            </a:lvl6pPr>
            <a:lvl7pPr>
              <a:buNone/>
              <a:defRPr sz="1125" b="1">
                <a:solidFill>
                  <a:srgbClr val="2864A8"/>
                </a:solidFill>
              </a:defRPr>
            </a:lvl7pPr>
            <a:lvl8pPr>
              <a:buNone/>
              <a:defRPr sz="1125" b="1">
                <a:solidFill>
                  <a:srgbClr val="2864A8"/>
                </a:solidFill>
              </a:defRPr>
            </a:lvl8pPr>
            <a:lvl9pPr>
              <a:buNone/>
              <a:defRPr sz="1125" b="1">
                <a:solidFill>
                  <a:srgbClr val="2864A8"/>
                </a:solidFill>
              </a:defRPr>
            </a:lvl9pPr>
          </a:lstStyle>
          <a:p xmlns:a="http://schemas.openxmlformats.org/drawingml/2006/main">
            <a:pPr>
              <a:buNone/>
              <a:defRPr sz="1125" b="1">
                <a:solidFill>
                  <a:srgbClr val="2864A8"/>
                </a:solidFill>
              </a:defRPr>
            </a:pPr>
            <a:r>
              <a:rPr sz="1125" b="1">
                <a:solidFill>
                  <a:srgbClr val="2864A8"/>
                </a:solidFill>
              </a:rPr>
              <a:t>DELIVERY</a:t>
            </a:r>
          </a:p>
        </p:txBody>
      </p:sp>
      <p:sp>
        <p:nvSpPr>
          <p:cNvPr id="13" name="">
            <a:extLst xmlns:a="http://schemas.openxmlformats.org/drawingml/2006/main">
              <a:ext uri="{FF2B5EF4-FFF2-40B4-BE49-F238E27FC236}">
                <a16:creationId xmlns:a16="http://schemas.microsoft.com/office/drawing/2014/main" id="{9CA925F3-B41B-461D-B219-2E9F351466FA}"/>
              </a:ext>
            </a:extLst>
          </p:cNvPr>
          <p:cNvSpPr>
            <a:spLocks xmlns:a="http://schemas.openxmlformats.org/drawingml/2006/main" noGrp="1"/>
          </p:cNvSpPr>
          <p:nvPr/>
        </p:nvSpPr>
        <p:spPr>
          <a:xfrm xmlns:a="http://schemas.openxmlformats.org/drawingml/2006/main">
            <a:off x="6134100" y="2933700"/>
            <a:ext cx="2362200" cy="28575"/>
          </a:xfrm>
          <a:prstGeom xmlns:a="http://schemas.openxmlformats.org/drawingml/2006/main" prst="rect">
            <a:avLst/>
          </a:prstGeom>
          <a:solidFill xmlns:a="http://schemas.openxmlformats.org/drawingml/2006/main">
            <a:srgbClr val="D7DE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DC2365A-8AC7-49A6-861F-C1E8C805041D}"/>
              </a:ext>
            </a:extLst>
          </p:cNvPr>
          <p:cNvSpPr>
            <a:spLocks xmlns:a="http://schemas.openxmlformats.org/drawingml/2006/main" noGrp="1"/>
          </p:cNvSpPr>
          <p:nvPr/>
        </p:nvSpPr>
        <p:spPr>
          <a:xfrm xmlns:a="http://schemas.openxmlformats.org/drawingml/2006/main">
            <a:off x="6134100" y="3143250"/>
            <a:ext cx="2362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D2B3A"/>
                </a:solidFill>
              </a:defRPr>
            </a:defPPr>
            <a:lvl1pPr>
              <a:buNone/>
              <a:defRPr sz="1575" b="1">
                <a:solidFill>
                  <a:srgbClr val="1D2B3A"/>
                </a:solidFill>
              </a:defRPr>
            </a:lvl1pPr>
            <a:lvl2pPr>
              <a:buNone/>
              <a:defRPr sz="1575" b="1">
                <a:solidFill>
                  <a:srgbClr val="1D2B3A"/>
                </a:solidFill>
              </a:defRPr>
            </a:lvl2pPr>
            <a:lvl3pPr>
              <a:buNone/>
              <a:defRPr sz="1575" b="1">
                <a:solidFill>
                  <a:srgbClr val="1D2B3A"/>
                </a:solidFill>
              </a:defRPr>
            </a:lvl3pPr>
            <a:lvl4pPr>
              <a:buNone/>
              <a:defRPr sz="1575" b="1">
                <a:solidFill>
                  <a:srgbClr val="1D2B3A"/>
                </a:solidFill>
              </a:defRPr>
            </a:lvl4pPr>
            <a:lvl5pPr>
              <a:buNone/>
              <a:defRPr sz="1575" b="1">
                <a:solidFill>
                  <a:srgbClr val="1D2B3A"/>
                </a:solidFill>
              </a:defRPr>
            </a:lvl5pPr>
            <a:lvl6pPr>
              <a:buNone/>
              <a:defRPr sz="1575" b="1">
                <a:solidFill>
                  <a:srgbClr val="1D2B3A"/>
                </a:solidFill>
              </a:defRPr>
            </a:lvl6pPr>
            <a:lvl7pPr>
              <a:buNone/>
              <a:defRPr sz="1575" b="1">
                <a:solidFill>
                  <a:srgbClr val="1D2B3A"/>
                </a:solidFill>
              </a:defRPr>
            </a:lvl7pPr>
            <a:lvl8pPr>
              <a:buNone/>
              <a:defRPr sz="1575" b="1">
                <a:solidFill>
                  <a:srgbClr val="1D2B3A"/>
                </a:solidFill>
              </a:defRPr>
            </a:lvl8pPr>
            <a:lvl9pPr>
              <a:buNone/>
              <a:defRPr sz="1575" b="1">
                <a:solidFill>
                  <a:srgbClr val="1D2B3A"/>
                </a:solidFill>
              </a:defRPr>
            </a:lvl9pPr>
          </a:lstStyle>
          <a:p xmlns:a="http://schemas.openxmlformats.org/drawingml/2006/main">
            <a:pPr>
              <a:buNone/>
              <a:defRPr sz="1575" b="1">
                <a:solidFill>
                  <a:srgbClr val="1D2B3A"/>
                </a:solidFill>
              </a:defRPr>
            </a:pPr>
            <a:r>
              <a:rPr sz="1575" b="1">
                <a:solidFill>
                  <a:srgbClr val="1D2B3A"/>
                </a:solidFill>
              </a:rPr>
              <a:t>Vehicle · category</a:t>
            </a:r>
          </a:p>
          <a:p xmlns:a="http://schemas.openxmlformats.org/drawingml/2006/main">
            <a:pPr>
              <a:buNone/>
              <a:defRPr sz="1575" b="1">
                <a:solidFill>
                  <a:srgbClr val="1D2B3A"/>
                </a:solidFill>
              </a:defRPr>
            </a:pPr>
            <a:r>
              <a:rPr sz="1575" b="1">
                <a:solidFill>
                  <a:srgbClr val="1D2B3A"/>
                </a:solidFill>
              </a:rPr>
              <a:t>Agent age and rating</a:t>
            </a:r>
          </a:p>
        </p:txBody>
      </p:sp>
      <p:sp>
        <p:nvSpPr>
          <p:cNvPr id="15" name="">
            <a:extLst xmlns:a="http://schemas.openxmlformats.org/drawingml/2006/main">
              <a:ext uri="{FF2B5EF4-FFF2-40B4-BE49-F238E27FC236}">
                <a16:creationId xmlns:a16="http://schemas.microsoft.com/office/drawing/2014/main" id="{F2C99C7D-0E15-4D8E-ACB1-EA0CAC2022DB}"/>
              </a:ext>
            </a:extLst>
          </p:cNvPr>
          <p:cNvSpPr>
            <a:spLocks xmlns:a="http://schemas.openxmlformats.org/drawingml/2006/main" noGrp="1"/>
          </p:cNvSpPr>
          <p:nvPr/>
        </p:nvSpPr>
        <p:spPr>
          <a:xfrm xmlns:a="http://schemas.openxmlformats.org/drawingml/2006/main">
            <a:off x="8896350" y="25717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2864A8"/>
                </a:solidFill>
              </a:defRPr>
            </a:defPPr>
            <a:lvl1pPr>
              <a:buNone/>
              <a:defRPr sz="1125" b="1">
                <a:solidFill>
                  <a:srgbClr val="2864A8"/>
                </a:solidFill>
              </a:defRPr>
            </a:lvl1pPr>
            <a:lvl2pPr>
              <a:buNone/>
              <a:defRPr sz="1125" b="1">
                <a:solidFill>
                  <a:srgbClr val="2864A8"/>
                </a:solidFill>
              </a:defRPr>
            </a:lvl2pPr>
            <a:lvl3pPr>
              <a:buNone/>
              <a:defRPr sz="1125" b="1">
                <a:solidFill>
                  <a:srgbClr val="2864A8"/>
                </a:solidFill>
              </a:defRPr>
            </a:lvl3pPr>
            <a:lvl4pPr>
              <a:buNone/>
              <a:defRPr sz="1125" b="1">
                <a:solidFill>
                  <a:srgbClr val="2864A8"/>
                </a:solidFill>
              </a:defRPr>
            </a:lvl4pPr>
            <a:lvl5pPr>
              <a:buNone/>
              <a:defRPr sz="1125" b="1">
                <a:solidFill>
                  <a:srgbClr val="2864A8"/>
                </a:solidFill>
              </a:defRPr>
            </a:lvl5pPr>
            <a:lvl6pPr>
              <a:buNone/>
              <a:defRPr sz="1125" b="1">
                <a:solidFill>
                  <a:srgbClr val="2864A8"/>
                </a:solidFill>
              </a:defRPr>
            </a:lvl6pPr>
            <a:lvl7pPr>
              <a:buNone/>
              <a:defRPr sz="1125" b="1">
                <a:solidFill>
                  <a:srgbClr val="2864A8"/>
                </a:solidFill>
              </a:defRPr>
            </a:lvl7pPr>
            <a:lvl8pPr>
              <a:buNone/>
              <a:defRPr sz="1125" b="1">
                <a:solidFill>
                  <a:srgbClr val="2864A8"/>
                </a:solidFill>
              </a:defRPr>
            </a:lvl8pPr>
            <a:lvl9pPr>
              <a:buNone/>
              <a:defRPr sz="1125" b="1">
                <a:solidFill>
                  <a:srgbClr val="2864A8"/>
                </a:solidFill>
              </a:defRPr>
            </a:lvl9pPr>
          </a:lstStyle>
          <a:p xmlns:a="http://schemas.openxmlformats.org/drawingml/2006/main">
            <a:pPr>
              <a:buNone/>
              <a:defRPr sz="1125" b="1">
                <a:solidFill>
                  <a:srgbClr val="2864A8"/>
                </a:solidFill>
              </a:defRPr>
            </a:pPr>
            <a:r>
              <a:rPr sz="1125" b="1">
                <a:solidFill>
                  <a:srgbClr val="2864A8"/>
                </a:solidFill>
              </a:rPr>
              <a:t>TIME</a:t>
            </a:r>
          </a:p>
        </p:txBody>
      </p:sp>
      <p:sp>
        <p:nvSpPr>
          <p:cNvPr id="16" name="">
            <a:extLst xmlns:a="http://schemas.openxmlformats.org/drawingml/2006/main">
              <a:ext uri="{FF2B5EF4-FFF2-40B4-BE49-F238E27FC236}">
                <a16:creationId xmlns:a16="http://schemas.microsoft.com/office/drawing/2014/main" id="{BB94C991-5A30-4BA1-9415-54FC6C662380}"/>
              </a:ext>
            </a:extLst>
          </p:cNvPr>
          <p:cNvSpPr>
            <a:spLocks xmlns:a="http://schemas.openxmlformats.org/drawingml/2006/main" noGrp="1"/>
          </p:cNvSpPr>
          <p:nvPr/>
        </p:nvSpPr>
        <p:spPr>
          <a:xfrm xmlns:a="http://schemas.openxmlformats.org/drawingml/2006/main">
            <a:off x="8896350" y="2933700"/>
            <a:ext cx="2362200" cy="28575"/>
          </a:xfrm>
          <a:prstGeom xmlns:a="http://schemas.openxmlformats.org/drawingml/2006/main" prst="rect">
            <a:avLst/>
          </a:prstGeom>
          <a:solidFill xmlns:a="http://schemas.openxmlformats.org/drawingml/2006/main">
            <a:srgbClr val="D7DE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13AE9DE-E54A-4343-8FF5-2AE466F7962F}"/>
              </a:ext>
            </a:extLst>
          </p:cNvPr>
          <p:cNvSpPr>
            <a:spLocks xmlns:a="http://schemas.openxmlformats.org/drawingml/2006/main" noGrp="1"/>
          </p:cNvSpPr>
          <p:nvPr/>
        </p:nvSpPr>
        <p:spPr>
          <a:xfrm xmlns:a="http://schemas.openxmlformats.org/drawingml/2006/main">
            <a:off x="8896350" y="3143250"/>
            <a:ext cx="2362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1D2B3A"/>
                </a:solidFill>
              </a:defRPr>
            </a:defPPr>
            <a:lvl1pPr>
              <a:buNone/>
              <a:defRPr sz="1575" b="1">
                <a:solidFill>
                  <a:srgbClr val="1D2B3A"/>
                </a:solidFill>
              </a:defRPr>
            </a:lvl1pPr>
            <a:lvl2pPr>
              <a:buNone/>
              <a:defRPr sz="1575" b="1">
                <a:solidFill>
                  <a:srgbClr val="1D2B3A"/>
                </a:solidFill>
              </a:defRPr>
            </a:lvl2pPr>
            <a:lvl3pPr>
              <a:buNone/>
              <a:defRPr sz="1575" b="1">
                <a:solidFill>
                  <a:srgbClr val="1D2B3A"/>
                </a:solidFill>
              </a:defRPr>
            </a:lvl3pPr>
            <a:lvl4pPr>
              <a:buNone/>
              <a:defRPr sz="1575" b="1">
                <a:solidFill>
                  <a:srgbClr val="1D2B3A"/>
                </a:solidFill>
              </a:defRPr>
            </a:lvl4pPr>
            <a:lvl5pPr>
              <a:buNone/>
              <a:defRPr sz="1575" b="1">
                <a:solidFill>
                  <a:srgbClr val="1D2B3A"/>
                </a:solidFill>
              </a:defRPr>
            </a:lvl5pPr>
            <a:lvl6pPr>
              <a:buNone/>
              <a:defRPr sz="1575" b="1">
                <a:solidFill>
                  <a:srgbClr val="1D2B3A"/>
                </a:solidFill>
              </a:defRPr>
            </a:lvl6pPr>
            <a:lvl7pPr>
              <a:buNone/>
              <a:defRPr sz="1575" b="1">
                <a:solidFill>
                  <a:srgbClr val="1D2B3A"/>
                </a:solidFill>
              </a:defRPr>
            </a:lvl7pPr>
            <a:lvl8pPr>
              <a:buNone/>
              <a:defRPr sz="1575" b="1">
                <a:solidFill>
                  <a:srgbClr val="1D2B3A"/>
                </a:solidFill>
              </a:defRPr>
            </a:lvl8pPr>
            <a:lvl9pPr>
              <a:buNone/>
              <a:defRPr sz="1575" b="1">
                <a:solidFill>
                  <a:srgbClr val="1D2B3A"/>
                </a:solidFill>
              </a:defRPr>
            </a:lvl9pPr>
          </a:lstStyle>
          <a:p xmlns:a="http://schemas.openxmlformats.org/drawingml/2006/main">
            <a:pPr>
              <a:buNone/>
              <a:defRPr sz="1575" b="1">
                <a:solidFill>
                  <a:srgbClr val="1D2B3A"/>
                </a:solidFill>
              </a:defRPr>
            </a:pPr>
            <a:r>
              <a:rPr sz="1575" b="1">
                <a:solidFill>
                  <a:srgbClr val="1D2B3A"/>
                </a:solidFill>
              </a:rPr>
              <a:t>Order hour</a:t>
            </a:r>
          </a:p>
          <a:p xmlns:a="http://schemas.openxmlformats.org/drawingml/2006/main">
            <a:pPr>
              <a:buNone/>
              <a:defRPr sz="1575" b="1">
                <a:solidFill>
                  <a:srgbClr val="1D2B3A"/>
                </a:solidFill>
              </a:defRPr>
            </a:pPr>
            <a:r>
              <a:rPr sz="1575" b="1">
                <a:solidFill>
                  <a:srgbClr val="1D2B3A"/>
                </a:solidFill>
              </a:rPr>
              <a:t>Known at dispatch</a:t>
            </a:r>
          </a:p>
        </p:txBody>
      </p:sp>
      <p:sp>
        <p:nvSpPr>
          <p:cNvPr id="18" name="">
            <a:extLst xmlns:a="http://schemas.openxmlformats.org/drawingml/2006/main">
              <a:ext uri="{FF2B5EF4-FFF2-40B4-BE49-F238E27FC236}">
                <a16:creationId xmlns:a16="http://schemas.microsoft.com/office/drawing/2014/main" id="{E86F4A54-A844-44A2-9FB5-431A77A56D8E}"/>
              </a:ext>
            </a:extLst>
          </p:cNvPr>
          <p:cNvSpPr>
            <a:spLocks xmlns:a="http://schemas.openxmlformats.org/drawingml/2006/main" noGrp="1"/>
          </p:cNvSpPr>
          <p:nvPr/>
        </p:nvSpPr>
        <p:spPr>
          <a:xfrm xmlns:a="http://schemas.openxmlformats.org/drawingml/2006/main">
            <a:off x="609600" y="4667250"/>
            <a:ext cx="10572750" cy="1028700"/>
          </a:xfrm>
          <a:prstGeom xmlns:a="http://schemas.openxmlformats.org/drawingml/2006/main" prst="roundRect">
            <a:avLst>
              <a:gd name="adj" fmla="val 7407"/>
            </a:avLst>
          </a:prstGeom>
          <a:solidFill xmlns:a="http://schemas.openxmlformats.org/drawingml/2006/main">
            <a:srgbClr val="E9F1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E93E226-875E-4369-97AB-E7CE932B5A88}"/>
              </a:ext>
            </a:extLst>
          </p:cNvPr>
          <p:cNvSpPr>
            <a:spLocks xmlns:a="http://schemas.openxmlformats.org/drawingml/2006/main" noGrp="1"/>
          </p:cNvSpPr>
          <p:nvPr/>
        </p:nvSpPr>
        <p:spPr>
          <a:xfrm xmlns:a="http://schemas.openxmlformats.org/drawingml/2006/main">
            <a:off x="838200" y="4857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864A8"/>
                </a:solidFill>
              </a:defRPr>
            </a:defPPr>
            <a:lvl1pPr>
              <a:buNone/>
              <a:defRPr sz="1275" b="1">
                <a:solidFill>
                  <a:srgbClr val="2864A8"/>
                </a:solidFill>
              </a:defRPr>
            </a:lvl1pPr>
            <a:lvl2pPr>
              <a:buNone/>
              <a:defRPr sz="1275" b="1">
                <a:solidFill>
                  <a:srgbClr val="2864A8"/>
                </a:solidFill>
              </a:defRPr>
            </a:lvl2pPr>
            <a:lvl3pPr>
              <a:buNone/>
              <a:defRPr sz="1275" b="1">
                <a:solidFill>
                  <a:srgbClr val="2864A8"/>
                </a:solidFill>
              </a:defRPr>
            </a:lvl3pPr>
            <a:lvl4pPr>
              <a:buNone/>
              <a:defRPr sz="1275" b="1">
                <a:solidFill>
                  <a:srgbClr val="2864A8"/>
                </a:solidFill>
              </a:defRPr>
            </a:lvl4pPr>
            <a:lvl5pPr>
              <a:buNone/>
              <a:defRPr sz="1275" b="1">
                <a:solidFill>
                  <a:srgbClr val="2864A8"/>
                </a:solidFill>
              </a:defRPr>
            </a:lvl5pPr>
            <a:lvl6pPr>
              <a:buNone/>
              <a:defRPr sz="1275" b="1">
                <a:solidFill>
                  <a:srgbClr val="2864A8"/>
                </a:solidFill>
              </a:defRPr>
            </a:lvl6pPr>
            <a:lvl7pPr>
              <a:buNone/>
              <a:defRPr sz="1275" b="1">
                <a:solidFill>
                  <a:srgbClr val="2864A8"/>
                </a:solidFill>
              </a:defRPr>
            </a:lvl7pPr>
            <a:lvl8pPr>
              <a:buNone/>
              <a:defRPr sz="1275" b="1">
                <a:solidFill>
                  <a:srgbClr val="2864A8"/>
                </a:solidFill>
              </a:defRPr>
            </a:lvl8pPr>
            <a:lvl9pPr>
              <a:buNone/>
              <a:defRPr sz="1275" b="1">
                <a:solidFill>
                  <a:srgbClr val="2864A8"/>
                </a:solidFill>
              </a:defRPr>
            </a:lvl9pPr>
          </a:lstStyle>
          <a:p xmlns:a="http://schemas.openxmlformats.org/drawingml/2006/main">
            <a:pPr>
              <a:buNone/>
              <a:defRPr sz="1275" b="1">
                <a:solidFill>
                  <a:srgbClr val="2864A8"/>
                </a:solidFill>
              </a:defRPr>
            </a:pPr>
            <a:r>
              <a:rPr sz="1275" b="1">
                <a:solidFill>
                  <a:srgbClr val="2864A8"/>
                </a:solidFill>
              </a:rPr>
              <a:t>Leakage control</a:t>
            </a:r>
          </a:p>
        </p:txBody>
      </p:sp>
      <p:sp>
        <p:nvSpPr>
          <p:cNvPr id="20" name="">
            <a:extLst xmlns:a="http://schemas.openxmlformats.org/drawingml/2006/main">
              <a:ext uri="{FF2B5EF4-FFF2-40B4-BE49-F238E27FC236}">
                <a16:creationId xmlns:a16="http://schemas.microsoft.com/office/drawing/2014/main" id="{79C768C5-F268-4AB7-BC6F-875DE63B58F2}"/>
              </a:ext>
            </a:extLst>
          </p:cNvPr>
          <p:cNvSpPr>
            <a:spLocks xmlns:a="http://schemas.openxmlformats.org/drawingml/2006/main" noGrp="1"/>
          </p:cNvSpPr>
          <p:nvPr/>
        </p:nvSpPr>
        <p:spPr>
          <a:xfrm xmlns:a="http://schemas.openxmlformats.org/drawingml/2006/main">
            <a:off x="2667000" y="4810125"/>
            <a:ext cx="809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1D2B3A"/>
                </a:solidFill>
              </a:defRPr>
            </a:defPPr>
            <a:lvl1pPr>
              <a:buNone/>
              <a:defRPr sz="1500" b="0">
                <a:solidFill>
                  <a:srgbClr val="1D2B3A"/>
                </a:solidFill>
              </a:defRPr>
            </a:lvl1pPr>
            <a:lvl2pPr>
              <a:buNone/>
              <a:defRPr sz="1500" b="0">
                <a:solidFill>
                  <a:srgbClr val="1D2B3A"/>
                </a:solidFill>
              </a:defRPr>
            </a:lvl2pPr>
            <a:lvl3pPr>
              <a:buNone/>
              <a:defRPr sz="1500" b="0">
                <a:solidFill>
                  <a:srgbClr val="1D2B3A"/>
                </a:solidFill>
              </a:defRPr>
            </a:lvl3pPr>
            <a:lvl4pPr>
              <a:buNone/>
              <a:defRPr sz="1500" b="0">
                <a:solidFill>
                  <a:srgbClr val="1D2B3A"/>
                </a:solidFill>
              </a:defRPr>
            </a:lvl4pPr>
            <a:lvl5pPr>
              <a:buNone/>
              <a:defRPr sz="1500" b="0">
                <a:solidFill>
                  <a:srgbClr val="1D2B3A"/>
                </a:solidFill>
              </a:defRPr>
            </a:lvl5pPr>
            <a:lvl6pPr>
              <a:buNone/>
              <a:defRPr sz="1500" b="0">
                <a:solidFill>
                  <a:srgbClr val="1D2B3A"/>
                </a:solidFill>
              </a:defRPr>
            </a:lvl6pPr>
            <a:lvl7pPr>
              <a:buNone/>
              <a:defRPr sz="1500" b="0">
                <a:solidFill>
                  <a:srgbClr val="1D2B3A"/>
                </a:solidFill>
              </a:defRPr>
            </a:lvl7pPr>
            <a:lvl8pPr>
              <a:buNone/>
              <a:defRPr sz="1500" b="0">
                <a:solidFill>
                  <a:srgbClr val="1D2B3A"/>
                </a:solidFill>
              </a:defRPr>
            </a:lvl8pPr>
            <a:lvl9pPr>
              <a:buNone/>
              <a:defRPr sz="1500" b="0">
                <a:solidFill>
                  <a:srgbClr val="1D2B3A"/>
                </a:solidFill>
              </a:defRPr>
            </a:lvl9pPr>
          </a:lstStyle>
          <a:p xmlns:a="http://schemas.openxmlformats.org/drawingml/2006/main">
            <a:pPr>
              <a:buNone/>
              <a:defRPr sz="1500" b="0">
                <a:solidFill>
                  <a:srgbClr val="1D2B3A"/>
                </a:solidFill>
              </a:defRPr>
            </a:pPr>
            <a:r>
              <a:rPr sz="1500" b="0">
                <a:solidFill>
                  <a:srgbClr val="1D2B3A"/>
                </a:solidFill>
              </a:rPr>
              <a:t>54 ratings and 91 weather values are missing; impute. Exclude IDs, pickup time and all-empty fields.</a:t>
            </a:r>
          </a:p>
        </p:txBody>
      </p:sp>
    </p:spTree>
    <p:extLst>
      <p:ext uri="{BB962C8B-B14F-4D97-AF65-F5344CB8AC3E}">
        <p14:creationId xmlns:p14="http://schemas.microsoft.com/office/powerpoint/2010/main" val="1989825411"/>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6664F76-AE7A-4DEB-9166-8A472832AE49}"/>
              </a:ext>
            </a:extLst>
          </p:cNvPr>
          <p:cNvSpPr>
            <a:spLocks xmlns:a="http://schemas.openxmlformats.org/drawingml/2006/main" noGrp="1"/>
          </p:cNvSpPr>
          <p:nvPr/>
        </p:nvSpPr>
        <p:spPr>
          <a:xfrm xmlns:a="http://schemas.openxmlformats.org/drawingml/2006/main">
            <a:off x="609600" y="2286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2864A8"/>
                </a:solidFill>
              </a:defRPr>
            </a:defPPr>
            <a:lvl1pPr>
              <a:buNone/>
              <a:defRPr sz="975" b="1">
                <a:solidFill>
                  <a:srgbClr val="2864A8"/>
                </a:solidFill>
              </a:defRPr>
            </a:lvl1pPr>
            <a:lvl2pPr>
              <a:buNone/>
              <a:defRPr sz="975" b="1">
                <a:solidFill>
                  <a:srgbClr val="2864A8"/>
                </a:solidFill>
              </a:defRPr>
            </a:lvl2pPr>
            <a:lvl3pPr>
              <a:buNone/>
              <a:defRPr sz="975" b="1">
                <a:solidFill>
                  <a:srgbClr val="2864A8"/>
                </a:solidFill>
              </a:defRPr>
            </a:lvl3pPr>
            <a:lvl4pPr>
              <a:buNone/>
              <a:defRPr sz="975" b="1">
                <a:solidFill>
                  <a:srgbClr val="2864A8"/>
                </a:solidFill>
              </a:defRPr>
            </a:lvl4pPr>
            <a:lvl5pPr>
              <a:buNone/>
              <a:defRPr sz="975" b="1">
                <a:solidFill>
                  <a:srgbClr val="2864A8"/>
                </a:solidFill>
              </a:defRPr>
            </a:lvl5pPr>
            <a:lvl6pPr>
              <a:buNone/>
              <a:defRPr sz="975" b="1">
                <a:solidFill>
                  <a:srgbClr val="2864A8"/>
                </a:solidFill>
              </a:defRPr>
            </a:lvl6pPr>
            <a:lvl7pPr>
              <a:buNone/>
              <a:defRPr sz="975" b="1">
                <a:solidFill>
                  <a:srgbClr val="2864A8"/>
                </a:solidFill>
              </a:defRPr>
            </a:lvl7pPr>
            <a:lvl8pPr>
              <a:buNone/>
              <a:defRPr sz="975" b="1">
                <a:solidFill>
                  <a:srgbClr val="2864A8"/>
                </a:solidFill>
              </a:defRPr>
            </a:lvl8pPr>
            <a:lvl9pPr>
              <a:buNone/>
              <a:defRPr sz="975" b="1">
                <a:solidFill>
                  <a:srgbClr val="2864A8"/>
                </a:solidFill>
              </a:defRPr>
            </a:lvl9pPr>
          </a:lstStyle>
          <a:p xmlns:a="http://schemas.openxmlformats.org/drawingml/2006/main">
            <a:pPr>
              <a:buNone/>
              <a:defRPr sz="975" b="1">
                <a:solidFill>
                  <a:srgbClr val="2864A8"/>
                </a:solidFill>
              </a:defRPr>
            </a:pPr>
            <a:r>
              <a:rPr sz="975" b="1">
                <a:solidFill>
                  <a:srgbClr val="2864A8"/>
                </a:solidFill>
              </a:rPr>
              <a:t>LAST-MILE DELIVERY  /  ETA PREDICTION</a:t>
            </a:r>
          </a:p>
        </p:txBody>
      </p:sp>
      <p:sp>
        <p:nvSpPr>
          <p:cNvPr id="2" name="">
            <a:extLst xmlns:a="http://schemas.openxmlformats.org/drawingml/2006/main">
              <a:ext uri="{FF2B5EF4-FFF2-40B4-BE49-F238E27FC236}">
                <a16:creationId xmlns:a16="http://schemas.microsoft.com/office/drawing/2014/main" id="{0F6DC6B9-84A1-45A0-A1CA-AA17596369DF}"/>
              </a:ext>
            </a:extLst>
          </p:cNvPr>
          <p:cNvSpPr>
            <a:spLocks xmlns:a="http://schemas.openxmlformats.org/drawingml/2006/main" noGrp="1"/>
          </p:cNvSpPr>
          <p:nvPr/>
        </p:nvSpPr>
        <p:spPr>
          <a:xfrm xmlns:a="http://schemas.openxmlformats.org/drawingml/2006/main">
            <a:off x="11163300" y="2286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477"/>
                </a:solidFill>
              </a:defRPr>
            </a:defPPr>
            <a:lvl1pPr>
              <a:buNone/>
              <a:defRPr sz="975" b="1">
                <a:solidFill>
                  <a:srgbClr val="536477"/>
                </a:solidFill>
              </a:defRPr>
            </a:lvl1pPr>
            <a:lvl2pPr>
              <a:buNone/>
              <a:defRPr sz="975" b="1">
                <a:solidFill>
                  <a:srgbClr val="536477"/>
                </a:solidFill>
              </a:defRPr>
            </a:lvl2pPr>
            <a:lvl3pPr>
              <a:buNone/>
              <a:defRPr sz="975" b="1">
                <a:solidFill>
                  <a:srgbClr val="536477"/>
                </a:solidFill>
              </a:defRPr>
            </a:lvl3pPr>
            <a:lvl4pPr>
              <a:buNone/>
              <a:defRPr sz="975" b="1">
                <a:solidFill>
                  <a:srgbClr val="536477"/>
                </a:solidFill>
              </a:defRPr>
            </a:lvl4pPr>
            <a:lvl5pPr>
              <a:buNone/>
              <a:defRPr sz="975" b="1">
                <a:solidFill>
                  <a:srgbClr val="536477"/>
                </a:solidFill>
              </a:defRPr>
            </a:lvl5pPr>
            <a:lvl6pPr>
              <a:buNone/>
              <a:defRPr sz="975" b="1">
                <a:solidFill>
                  <a:srgbClr val="536477"/>
                </a:solidFill>
              </a:defRPr>
            </a:lvl6pPr>
            <a:lvl7pPr>
              <a:buNone/>
              <a:defRPr sz="975" b="1">
                <a:solidFill>
                  <a:srgbClr val="536477"/>
                </a:solidFill>
              </a:defRPr>
            </a:lvl7pPr>
            <a:lvl8pPr>
              <a:buNone/>
              <a:defRPr sz="975" b="1">
                <a:solidFill>
                  <a:srgbClr val="536477"/>
                </a:solidFill>
              </a:defRPr>
            </a:lvl8pPr>
            <a:lvl9pPr>
              <a:buNone/>
              <a:defRPr sz="975" b="1">
                <a:solidFill>
                  <a:srgbClr val="536477"/>
                </a:solidFill>
              </a:defRPr>
            </a:lvl9pPr>
          </a:lstStyle>
          <a:p xmlns:a="http://schemas.openxmlformats.org/drawingml/2006/main">
            <a:pPr>
              <a:buNone/>
              <a:defRPr sz="975" b="1">
                <a:solidFill>
                  <a:srgbClr val="536477"/>
                </a:solidFill>
              </a:defRPr>
            </a:pPr>
            <a:r>
              <a:rPr sz="975" b="1">
                <a:solidFill>
                  <a:srgbClr val="536477"/>
                </a:solidFill>
              </a:rPr>
              <a:t>04</a:t>
            </a:r>
          </a:p>
        </p:txBody>
      </p:sp>
      <p:sp>
        <p:nvSpPr>
          <p:cNvPr id="3" name="">
            <a:extLst xmlns:a="http://schemas.openxmlformats.org/drawingml/2006/main">
              <a:ext uri="{FF2B5EF4-FFF2-40B4-BE49-F238E27FC236}">
                <a16:creationId xmlns:a16="http://schemas.microsoft.com/office/drawing/2014/main" id="{677F5744-5477-4110-BBB0-1FEA7C5909C3}"/>
              </a:ext>
            </a:extLst>
          </p:cNvPr>
          <p:cNvSpPr>
            <a:spLocks xmlns:a="http://schemas.openxmlformats.org/drawingml/2006/main" noGrp="1"/>
          </p:cNvSpPr>
          <p:nvPr/>
        </p:nvSpPr>
        <p:spPr>
          <a:xfrm xmlns:a="http://schemas.openxmlformats.org/drawingml/2006/main">
            <a:off x="609600" y="6572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850" b="1">
                <a:solidFill>
                  <a:srgbClr val="14263D"/>
                </a:solidFill>
              </a:defRPr>
            </a:defPPr>
            <a:lvl1pPr>
              <a:buNone/>
              <a:defRPr sz="2850" b="1">
                <a:solidFill>
                  <a:srgbClr val="14263D"/>
                </a:solidFill>
              </a:defRPr>
            </a:lvl1pPr>
            <a:lvl2pPr>
              <a:buNone/>
              <a:defRPr sz="2850" b="1">
                <a:solidFill>
                  <a:srgbClr val="14263D"/>
                </a:solidFill>
              </a:defRPr>
            </a:lvl2pPr>
            <a:lvl3pPr>
              <a:buNone/>
              <a:defRPr sz="2850" b="1">
                <a:solidFill>
                  <a:srgbClr val="14263D"/>
                </a:solidFill>
              </a:defRPr>
            </a:lvl3pPr>
            <a:lvl4pPr>
              <a:buNone/>
              <a:defRPr sz="2850" b="1">
                <a:solidFill>
                  <a:srgbClr val="14263D"/>
                </a:solidFill>
              </a:defRPr>
            </a:lvl4pPr>
            <a:lvl5pPr>
              <a:buNone/>
              <a:defRPr sz="2850" b="1">
                <a:solidFill>
                  <a:srgbClr val="14263D"/>
                </a:solidFill>
              </a:defRPr>
            </a:lvl5pPr>
            <a:lvl6pPr>
              <a:buNone/>
              <a:defRPr sz="2850" b="1">
                <a:solidFill>
                  <a:srgbClr val="14263D"/>
                </a:solidFill>
              </a:defRPr>
            </a:lvl6pPr>
            <a:lvl7pPr>
              <a:buNone/>
              <a:defRPr sz="2850" b="1">
                <a:solidFill>
                  <a:srgbClr val="14263D"/>
                </a:solidFill>
              </a:defRPr>
            </a:lvl7pPr>
            <a:lvl8pPr>
              <a:buNone/>
              <a:defRPr sz="2850" b="1">
                <a:solidFill>
                  <a:srgbClr val="14263D"/>
                </a:solidFill>
              </a:defRPr>
            </a:lvl8pPr>
            <a:lvl9pPr>
              <a:buNone/>
              <a:defRPr sz="2850" b="1">
                <a:solidFill>
                  <a:srgbClr val="14263D"/>
                </a:solidFill>
              </a:defRPr>
            </a:lvl9pPr>
          </a:lstStyle>
          <a:p xmlns:a="http://schemas.openxmlformats.org/drawingml/2006/main">
            <a:pPr>
              <a:buNone/>
              <a:defRPr sz="2850" b="1">
                <a:solidFill>
                  <a:srgbClr val="14263D"/>
                </a:solidFill>
              </a:defRPr>
            </a:pPr>
            <a:r>
              <a:rPr sz="2850" b="1">
                <a:solidFill>
                  <a:srgbClr val="14263D"/>
                </a:solidFill>
              </a:rPr>
              <a:t>From raw records to a model</a:t>
            </a:r>
          </a:p>
        </p:txBody>
      </p:sp>
      <p:sp>
        <p:nvSpPr>
          <p:cNvPr id="4" name="">
            <a:extLst xmlns:a="http://schemas.openxmlformats.org/drawingml/2006/main">
              <a:ext uri="{FF2B5EF4-FFF2-40B4-BE49-F238E27FC236}">
                <a16:creationId xmlns:a16="http://schemas.microsoft.com/office/drawing/2014/main" id="{E26B299C-B201-41AF-9404-76C3F7165F5C}"/>
              </a:ext>
            </a:extLst>
          </p:cNvPr>
          <p:cNvSpPr>
            <a:spLocks xmlns:a="http://schemas.openxmlformats.org/drawingml/2006/main" noGrp="1"/>
          </p:cNvSpPr>
          <p:nvPr/>
        </p:nvSpPr>
        <p:spPr>
          <a:xfrm xmlns:a="http://schemas.openxmlformats.org/drawingml/2006/main">
            <a:off x="609600" y="1323975"/>
            <a:ext cx="685800" cy="47625"/>
          </a:xfrm>
          <a:prstGeom xmlns:a="http://schemas.openxmlformats.org/drawingml/2006/main" prst="roundRect">
            <a:avLst>
              <a:gd name="adj" fmla="val 50000"/>
            </a:avLst>
          </a:prstGeom>
          <a:solidFill xmlns:a="http://schemas.openxmlformats.org/drawingml/2006/main">
            <a:srgbClr val="36B3C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CAAF7A9-0DA3-4F1A-8CBE-CC25E8B8587B}"/>
              </a:ext>
            </a:extLst>
          </p:cNvPr>
          <p:cNvSpPr>
            <a:spLocks xmlns:a="http://schemas.openxmlformats.org/drawingml/2006/main" noGrp="1"/>
          </p:cNvSpPr>
          <p:nvPr/>
        </p:nvSpPr>
        <p:spPr>
          <a:xfrm xmlns:a="http://schemas.openxmlformats.org/drawingml/2006/main">
            <a:off x="609600" y="2247900"/>
            <a:ext cx="2381250" cy="2228850"/>
          </a:xfrm>
          <a:prstGeom xmlns:a="http://schemas.openxmlformats.org/drawingml/2006/main" prst="roundRect">
            <a:avLst>
              <a:gd name="adj" fmla="val 3419"/>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8B282EA-110D-45B7-ABD4-CBCD1863323B}"/>
              </a:ext>
            </a:extLst>
          </p:cNvPr>
          <p:cNvSpPr>
            <a:spLocks xmlns:a="http://schemas.openxmlformats.org/drawingml/2006/main" noGrp="1"/>
          </p:cNvSpPr>
          <p:nvPr/>
        </p:nvSpPr>
        <p:spPr>
          <a:xfrm xmlns:a="http://schemas.openxmlformats.org/drawingml/2006/main">
            <a:off x="800100" y="241935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36B3C7"/>
                </a:solidFill>
              </a:defRPr>
            </a:defPPr>
            <a:lvl1pPr>
              <a:buNone/>
              <a:defRPr sz="1350" b="1">
                <a:solidFill>
                  <a:srgbClr val="36B3C7"/>
                </a:solidFill>
              </a:defRPr>
            </a:lvl1pPr>
            <a:lvl2pPr>
              <a:buNone/>
              <a:defRPr sz="1350" b="1">
                <a:solidFill>
                  <a:srgbClr val="36B3C7"/>
                </a:solidFill>
              </a:defRPr>
            </a:lvl2pPr>
            <a:lvl3pPr>
              <a:buNone/>
              <a:defRPr sz="1350" b="1">
                <a:solidFill>
                  <a:srgbClr val="36B3C7"/>
                </a:solidFill>
              </a:defRPr>
            </a:lvl3pPr>
            <a:lvl4pPr>
              <a:buNone/>
              <a:defRPr sz="1350" b="1">
                <a:solidFill>
                  <a:srgbClr val="36B3C7"/>
                </a:solidFill>
              </a:defRPr>
            </a:lvl4pPr>
            <a:lvl5pPr>
              <a:buNone/>
              <a:defRPr sz="1350" b="1">
                <a:solidFill>
                  <a:srgbClr val="36B3C7"/>
                </a:solidFill>
              </a:defRPr>
            </a:lvl5pPr>
            <a:lvl6pPr>
              <a:buNone/>
              <a:defRPr sz="1350" b="1">
                <a:solidFill>
                  <a:srgbClr val="36B3C7"/>
                </a:solidFill>
              </a:defRPr>
            </a:lvl6pPr>
            <a:lvl7pPr>
              <a:buNone/>
              <a:defRPr sz="1350" b="1">
                <a:solidFill>
                  <a:srgbClr val="36B3C7"/>
                </a:solidFill>
              </a:defRPr>
            </a:lvl7pPr>
            <a:lvl8pPr>
              <a:buNone/>
              <a:defRPr sz="1350" b="1">
                <a:solidFill>
                  <a:srgbClr val="36B3C7"/>
                </a:solidFill>
              </a:defRPr>
            </a:lvl8pPr>
            <a:lvl9pPr>
              <a:buNone/>
              <a:defRPr sz="1350" b="1">
                <a:solidFill>
                  <a:srgbClr val="36B3C7"/>
                </a:solidFill>
              </a:defRPr>
            </a:lvl9pPr>
          </a:lstStyle>
          <a:p xmlns:a="http://schemas.openxmlformats.org/drawingml/2006/main">
            <a:pPr>
              <a:buNone/>
              <a:defRPr sz="1350" b="1">
                <a:solidFill>
                  <a:srgbClr val="36B3C7"/>
                </a:solidFill>
              </a:defRPr>
            </a:pPr>
            <a:r>
              <a:rPr sz="1350" b="1">
                <a:solidFill>
                  <a:srgbClr val="36B3C7"/>
                </a:solidFill>
              </a:rPr>
              <a:t>01</a:t>
            </a:r>
          </a:p>
        </p:txBody>
      </p:sp>
      <p:sp>
        <p:nvSpPr>
          <p:cNvPr id="7" name="">
            <a:extLst xmlns:a="http://schemas.openxmlformats.org/drawingml/2006/main">
              <a:ext uri="{FF2B5EF4-FFF2-40B4-BE49-F238E27FC236}">
                <a16:creationId xmlns:a16="http://schemas.microsoft.com/office/drawing/2014/main" id="{FC731F98-784E-4BBD-9391-CEC7059010F7}"/>
              </a:ext>
            </a:extLst>
          </p:cNvPr>
          <p:cNvSpPr>
            <a:spLocks xmlns:a="http://schemas.openxmlformats.org/drawingml/2006/main" noGrp="1"/>
          </p:cNvSpPr>
          <p:nvPr/>
        </p:nvSpPr>
        <p:spPr>
          <a:xfrm xmlns:a="http://schemas.openxmlformats.org/drawingml/2006/main">
            <a:off x="800100" y="287655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4263D"/>
                </a:solidFill>
              </a:defRPr>
            </a:defPPr>
            <a:lvl1pPr>
              <a:buNone/>
              <a:defRPr sz="1875" b="1">
                <a:solidFill>
                  <a:srgbClr val="14263D"/>
                </a:solidFill>
              </a:defRPr>
            </a:lvl1pPr>
            <a:lvl2pPr>
              <a:buNone/>
              <a:defRPr sz="1875" b="1">
                <a:solidFill>
                  <a:srgbClr val="14263D"/>
                </a:solidFill>
              </a:defRPr>
            </a:lvl2pPr>
            <a:lvl3pPr>
              <a:buNone/>
              <a:defRPr sz="1875" b="1">
                <a:solidFill>
                  <a:srgbClr val="14263D"/>
                </a:solidFill>
              </a:defRPr>
            </a:lvl3pPr>
            <a:lvl4pPr>
              <a:buNone/>
              <a:defRPr sz="1875" b="1">
                <a:solidFill>
                  <a:srgbClr val="14263D"/>
                </a:solidFill>
              </a:defRPr>
            </a:lvl4pPr>
            <a:lvl5pPr>
              <a:buNone/>
              <a:defRPr sz="1875" b="1">
                <a:solidFill>
                  <a:srgbClr val="14263D"/>
                </a:solidFill>
              </a:defRPr>
            </a:lvl5pPr>
            <a:lvl6pPr>
              <a:buNone/>
              <a:defRPr sz="1875" b="1">
                <a:solidFill>
                  <a:srgbClr val="14263D"/>
                </a:solidFill>
              </a:defRPr>
            </a:lvl6pPr>
            <a:lvl7pPr>
              <a:buNone/>
              <a:defRPr sz="1875" b="1">
                <a:solidFill>
                  <a:srgbClr val="14263D"/>
                </a:solidFill>
              </a:defRPr>
            </a:lvl7pPr>
            <a:lvl8pPr>
              <a:buNone/>
              <a:defRPr sz="1875" b="1">
                <a:solidFill>
                  <a:srgbClr val="14263D"/>
                </a:solidFill>
              </a:defRPr>
            </a:lvl8pPr>
            <a:lvl9pPr>
              <a:buNone/>
              <a:defRPr sz="1875" b="1">
                <a:solidFill>
                  <a:srgbClr val="14263D"/>
                </a:solidFill>
              </a:defRPr>
            </a:lvl9pPr>
          </a:lstStyle>
          <a:p xmlns:a="http://schemas.openxmlformats.org/drawingml/2006/main">
            <a:pPr>
              <a:buNone/>
              <a:defRPr sz="1875" b="1">
                <a:solidFill>
                  <a:srgbClr val="14263D"/>
                </a:solidFill>
              </a:defRPr>
            </a:pPr>
            <a:r>
              <a:rPr sz="1875" b="1">
                <a:solidFill>
                  <a:srgbClr val="14263D"/>
                </a:solidFill>
              </a:rPr>
              <a:t>Inspect</a:t>
            </a:r>
          </a:p>
        </p:txBody>
      </p:sp>
      <p:sp>
        <p:nvSpPr>
          <p:cNvPr id="8" name="">
            <a:extLst xmlns:a="http://schemas.openxmlformats.org/drawingml/2006/main">
              <a:ext uri="{FF2B5EF4-FFF2-40B4-BE49-F238E27FC236}">
                <a16:creationId xmlns:a16="http://schemas.microsoft.com/office/drawing/2014/main" id="{5194033B-7FFA-42C5-BD16-89A9D23FAA9B}"/>
              </a:ext>
            </a:extLst>
          </p:cNvPr>
          <p:cNvSpPr>
            <a:spLocks xmlns:a="http://schemas.openxmlformats.org/drawingml/2006/main" noGrp="1"/>
          </p:cNvSpPr>
          <p:nvPr/>
        </p:nvSpPr>
        <p:spPr>
          <a:xfrm xmlns:a="http://schemas.openxmlformats.org/drawingml/2006/main">
            <a:off x="800100" y="3390900"/>
            <a:ext cx="200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536477"/>
                </a:solidFill>
              </a:defRPr>
            </a:defPPr>
            <a:lvl1pPr>
              <a:buNone/>
              <a:defRPr sz="1350" b="0">
                <a:solidFill>
                  <a:srgbClr val="536477"/>
                </a:solidFill>
              </a:defRPr>
            </a:lvl1pPr>
            <a:lvl2pPr>
              <a:buNone/>
              <a:defRPr sz="1350" b="0">
                <a:solidFill>
                  <a:srgbClr val="536477"/>
                </a:solidFill>
              </a:defRPr>
            </a:lvl2pPr>
            <a:lvl3pPr>
              <a:buNone/>
              <a:defRPr sz="1350" b="0">
                <a:solidFill>
                  <a:srgbClr val="536477"/>
                </a:solidFill>
              </a:defRPr>
            </a:lvl3pPr>
            <a:lvl4pPr>
              <a:buNone/>
              <a:defRPr sz="1350" b="0">
                <a:solidFill>
                  <a:srgbClr val="536477"/>
                </a:solidFill>
              </a:defRPr>
            </a:lvl4pPr>
            <a:lvl5pPr>
              <a:buNone/>
              <a:defRPr sz="1350" b="0">
                <a:solidFill>
                  <a:srgbClr val="536477"/>
                </a:solidFill>
              </a:defRPr>
            </a:lvl5pPr>
            <a:lvl6pPr>
              <a:buNone/>
              <a:defRPr sz="1350" b="0">
                <a:solidFill>
                  <a:srgbClr val="536477"/>
                </a:solidFill>
              </a:defRPr>
            </a:lvl6pPr>
            <a:lvl7pPr>
              <a:buNone/>
              <a:defRPr sz="1350" b="0">
                <a:solidFill>
                  <a:srgbClr val="536477"/>
                </a:solidFill>
              </a:defRPr>
            </a:lvl7pPr>
            <a:lvl8pPr>
              <a:buNone/>
              <a:defRPr sz="1350" b="0">
                <a:solidFill>
                  <a:srgbClr val="536477"/>
                </a:solidFill>
              </a:defRPr>
            </a:lvl8pPr>
            <a:lvl9pPr>
              <a:buNone/>
              <a:defRPr sz="1350" b="0">
                <a:solidFill>
                  <a:srgbClr val="536477"/>
                </a:solidFill>
              </a:defRPr>
            </a:lvl9pPr>
          </a:lstStyle>
          <a:p xmlns:a="http://schemas.openxmlformats.org/drawingml/2006/main">
            <a:pPr>
              <a:buNone/>
              <a:defRPr sz="1350" b="0">
                <a:solidFill>
                  <a:srgbClr val="536477"/>
                </a:solidFill>
              </a:defRPr>
            </a:pPr>
            <a:r>
              <a:rPr sz="1350" b="0">
                <a:solidFill>
                  <a:srgbClr val="536477"/>
                </a:solidFill>
              </a:rPr>
              <a:t>Schema · nulls</a:t>
            </a:r>
          </a:p>
          <a:p xmlns:a="http://schemas.openxmlformats.org/drawingml/2006/main">
            <a:pPr>
              <a:buNone/>
              <a:defRPr sz="1350" b="0">
                <a:solidFill>
                  <a:srgbClr val="536477"/>
                </a:solidFill>
              </a:defRPr>
            </a:pPr>
            <a:r>
              <a:rPr sz="1350" b="0">
                <a:solidFill>
                  <a:srgbClr val="536477"/>
                </a:solidFill>
              </a:rPr>
              <a:t>target range</a:t>
            </a:r>
          </a:p>
        </p:txBody>
      </p:sp>
      <p:sp>
        <p:nvSpPr>
          <p:cNvPr id="9" name="">
            <a:extLst xmlns:a="http://schemas.openxmlformats.org/drawingml/2006/main">
              <a:ext uri="{FF2B5EF4-FFF2-40B4-BE49-F238E27FC236}">
                <a16:creationId xmlns:a16="http://schemas.microsoft.com/office/drawing/2014/main" id="{4B5696DC-3A78-42E3-A108-25E42C50A716}"/>
              </a:ext>
            </a:extLst>
          </p:cNvPr>
          <p:cNvSpPr>
            <a:spLocks xmlns:a="http://schemas.openxmlformats.org/drawingml/2006/main" noGrp="1"/>
          </p:cNvSpPr>
          <p:nvPr/>
        </p:nvSpPr>
        <p:spPr>
          <a:xfrm xmlns:a="http://schemas.openxmlformats.org/drawingml/2006/main">
            <a:off x="3057525" y="3314700"/>
            <a:ext cx="266700" cy="28575"/>
          </a:xfrm>
          <a:prstGeom xmlns:a="http://schemas.openxmlformats.org/drawingml/2006/main" prst="rect">
            <a:avLst/>
          </a:prstGeom>
          <a:solidFill xmlns:a="http://schemas.openxmlformats.org/drawingml/2006/main">
            <a:srgbClr val="36B3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B6F462C-1A02-491B-B1B6-880C2FE7F68A}"/>
              </a:ext>
            </a:extLst>
          </p:cNvPr>
          <p:cNvSpPr>
            <a:spLocks xmlns:a="http://schemas.openxmlformats.org/drawingml/2006/main" noGrp="1"/>
          </p:cNvSpPr>
          <p:nvPr/>
        </p:nvSpPr>
        <p:spPr>
          <a:xfrm xmlns:a="http://schemas.openxmlformats.org/drawingml/2006/main">
            <a:off x="3067050" y="3086100"/>
            <a:ext cx="26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2864A8"/>
                </a:solidFill>
              </a:defRPr>
            </a:defPPr>
            <a:lvl1pPr>
              <a:buNone/>
              <a:defRPr sz="2700" b="1">
                <a:solidFill>
                  <a:srgbClr val="2864A8"/>
                </a:solidFill>
              </a:defRPr>
            </a:lvl1pPr>
            <a:lvl2pPr>
              <a:buNone/>
              <a:defRPr sz="2700" b="1">
                <a:solidFill>
                  <a:srgbClr val="2864A8"/>
                </a:solidFill>
              </a:defRPr>
            </a:lvl2pPr>
            <a:lvl3pPr>
              <a:buNone/>
              <a:defRPr sz="2700" b="1">
                <a:solidFill>
                  <a:srgbClr val="2864A8"/>
                </a:solidFill>
              </a:defRPr>
            </a:lvl3pPr>
            <a:lvl4pPr>
              <a:buNone/>
              <a:defRPr sz="2700" b="1">
                <a:solidFill>
                  <a:srgbClr val="2864A8"/>
                </a:solidFill>
              </a:defRPr>
            </a:lvl4pPr>
            <a:lvl5pPr>
              <a:buNone/>
              <a:defRPr sz="2700" b="1">
                <a:solidFill>
                  <a:srgbClr val="2864A8"/>
                </a:solidFill>
              </a:defRPr>
            </a:lvl5pPr>
            <a:lvl6pPr>
              <a:buNone/>
              <a:defRPr sz="2700" b="1">
                <a:solidFill>
                  <a:srgbClr val="2864A8"/>
                </a:solidFill>
              </a:defRPr>
            </a:lvl6pPr>
            <a:lvl7pPr>
              <a:buNone/>
              <a:defRPr sz="2700" b="1">
                <a:solidFill>
                  <a:srgbClr val="2864A8"/>
                </a:solidFill>
              </a:defRPr>
            </a:lvl7pPr>
            <a:lvl8pPr>
              <a:buNone/>
              <a:defRPr sz="2700" b="1">
                <a:solidFill>
                  <a:srgbClr val="2864A8"/>
                </a:solidFill>
              </a:defRPr>
            </a:lvl8pPr>
            <a:lvl9pPr>
              <a:buNone/>
              <a:defRPr sz="2700" b="1">
                <a:solidFill>
                  <a:srgbClr val="2864A8"/>
                </a:solidFill>
              </a:defRPr>
            </a:lvl9pPr>
          </a:lstStyle>
          <a:p xmlns:a="http://schemas.openxmlformats.org/drawingml/2006/main">
            <a:pPr>
              <a:buNone/>
              <a:defRPr sz="2700" b="1">
                <a:solidFill>
                  <a:srgbClr val="2864A8"/>
                </a:solidFill>
              </a:defRPr>
            </a:pPr>
            <a:r>
              <a:rPr sz="2700" b="1">
                <a:solidFill>
                  <a:srgbClr val="2864A8"/>
                </a:solidFill>
              </a:rPr>
              <a:t>›</a:t>
            </a:r>
          </a:p>
        </p:txBody>
      </p:sp>
      <p:sp>
        <p:nvSpPr>
          <p:cNvPr id="11" name="">
            <a:extLst xmlns:a="http://schemas.openxmlformats.org/drawingml/2006/main">
              <a:ext uri="{FF2B5EF4-FFF2-40B4-BE49-F238E27FC236}">
                <a16:creationId xmlns:a16="http://schemas.microsoft.com/office/drawing/2014/main" id="{5623B7B1-129C-4517-AB2F-ED9107C9BB98}"/>
              </a:ext>
            </a:extLst>
          </p:cNvPr>
          <p:cNvSpPr>
            <a:spLocks xmlns:a="http://schemas.openxmlformats.org/drawingml/2006/main" noGrp="1"/>
          </p:cNvSpPr>
          <p:nvPr/>
        </p:nvSpPr>
        <p:spPr>
          <a:xfrm xmlns:a="http://schemas.openxmlformats.org/drawingml/2006/main">
            <a:off x="3429000" y="2247900"/>
            <a:ext cx="2381250" cy="2228850"/>
          </a:xfrm>
          <a:prstGeom xmlns:a="http://schemas.openxmlformats.org/drawingml/2006/main" prst="roundRect">
            <a:avLst>
              <a:gd name="adj" fmla="val 3419"/>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21E338A-A1C8-4C4B-ABD8-0233EE5E8BE2}"/>
              </a:ext>
            </a:extLst>
          </p:cNvPr>
          <p:cNvSpPr>
            <a:spLocks xmlns:a="http://schemas.openxmlformats.org/drawingml/2006/main" noGrp="1"/>
          </p:cNvSpPr>
          <p:nvPr/>
        </p:nvSpPr>
        <p:spPr>
          <a:xfrm xmlns:a="http://schemas.openxmlformats.org/drawingml/2006/main">
            <a:off x="3619500" y="241935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36B3C7"/>
                </a:solidFill>
              </a:defRPr>
            </a:defPPr>
            <a:lvl1pPr>
              <a:buNone/>
              <a:defRPr sz="1350" b="1">
                <a:solidFill>
                  <a:srgbClr val="36B3C7"/>
                </a:solidFill>
              </a:defRPr>
            </a:lvl1pPr>
            <a:lvl2pPr>
              <a:buNone/>
              <a:defRPr sz="1350" b="1">
                <a:solidFill>
                  <a:srgbClr val="36B3C7"/>
                </a:solidFill>
              </a:defRPr>
            </a:lvl2pPr>
            <a:lvl3pPr>
              <a:buNone/>
              <a:defRPr sz="1350" b="1">
                <a:solidFill>
                  <a:srgbClr val="36B3C7"/>
                </a:solidFill>
              </a:defRPr>
            </a:lvl3pPr>
            <a:lvl4pPr>
              <a:buNone/>
              <a:defRPr sz="1350" b="1">
                <a:solidFill>
                  <a:srgbClr val="36B3C7"/>
                </a:solidFill>
              </a:defRPr>
            </a:lvl4pPr>
            <a:lvl5pPr>
              <a:buNone/>
              <a:defRPr sz="1350" b="1">
                <a:solidFill>
                  <a:srgbClr val="36B3C7"/>
                </a:solidFill>
              </a:defRPr>
            </a:lvl5pPr>
            <a:lvl6pPr>
              <a:buNone/>
              <a:defRPr sz="1350" b="1">
                <a:solidFill>
                  <a:srgbClr val="36B3C7"/>
                </a:solidFill>
              </a:defRPr>
            </a:lvl6pPr>
            <a:lvl7pPr>
              <a:buNone/>
              <a:defRPr sz="1350" b="1">
                <a:solidFill>
                  <a:srgbClr val="36B3C7"/>
                </a:solidFill>
              </a:defRPr>
            </a:lvl7pPr>
            <a:lvl8pPr>
              <a:buNone/>
              <a:defRPr sz="1350" b="1">
                <a:solidFill>
                  <a:srgbClr val="36B3C7"/>
                </a:solidFill>
              </a:defRPr>
            </a:lvl8pPr>
            <a:lvl9pPr>
              <a:buNone/>
              <a:defRPr sz="1350" b="1">
                <a:solidFill>
                  <a:srgbClr val="36B3C7"/>
                </a:solidFill>
              </a:defRPr>
            </a:lvl9pPr>
          </a:lstStyle>
          <a:p xmlns:a="http://schemas.openxmlformats.org/drawingml/2006/main">
            <a:pPr>
              <a:buNone/>
              <a:defRPr sz="1350" b="1">
                <a:solidFill>
                  <a:srgbClr val="36B3C7"/>
                </a:solidFill>
              </a:defRPr>
            </a:pPr>
            <a:r>
              <a:rPr sz="1350" b="1">
                <a:solidFill>
                  <a:srgbClr val="36B3C7"/>
                </a:solidFill>
              </a:rPr>
              <a:t>02</a:t>
            </a:r>
          </a:p>
        </p:txBody>
      </p:sp>
      <p:sp>
        <p:nvSpPr>
          <p:cNvPr id="13" name="">
            <a:extLst xmlns:a="http://schemas.openxmlformats.org/drawingml/2006/main">
              <a:ext uri="{FF2B5EF4-FFF2-40B4-BE49-F238E27FC236}">
                <a16:creationId xmlns:a16="http://schemas.microsoft.com/office/drawing/2014/main" id="{D8136503-03B6-46FA-A821-D30E90C33260}"/>
              </a:ext>
            </a:extLst>
          </p:cNvPr>
          <p:cNvSpPr>
            <a:spLocks xmlns:a="http://schemas.openxmlformats.org/drawingml/2006/main" noGrp="1"/>
          </p:cNvSpPr>
          <p:nvPr/>
        </p:nvSpPr>
        <p:spPr>
          <a:xfrm xmlns:a="http://schemas.openxmlformats.org/drawingml/2006/main">
            <a:off x="3619500" y="287655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4263D"/>
                </a:solidFill>
              </a:defRPr>
            </a:defPPr>
            <a:lvl1pPr>
              <a:buNone/>
              <a:defRPr sz="1875" b="1">
                <a:solidFill>
                  <a:srgbClr val="14263D"/>
                </a:solidFill>
              </a:defRPr>
            </a:lvl1pPr>
            <a:lvl2pPr>
              <a:buNone/>
              <a:defRPr sz="1875" b="1">
                <a:solidFill>
                  <a:srgbClr val="14263D"/>
                </a:solidFill>
              </a:defRPr>
            </a:lvl2pPr>
            <a:lvl3pPr>
              <a:buNone/>
              <a:defRPr sz="1875" b="1">
                <a:solidFill>
                  <a:srgbClr val="14263D"/>
                </a:solidFill>
              </a:defRPr>
            </a:lvl3pPr>
            <a:lvl4pPr>
              <a:buNone/>
              <a:defRPr sz="1875" b="1">
                <a:solidFill>
                  <a:srgbClr val="14263D"/>
                </a:solidFill>
              </a:defRPr>
            </a:lvl4pPr>
            <a:lvl5pPr>
              <a:buNone/>
              <a:defRPr sz="1875" b="1">
                <a:solidFill>
                  <a:srgbClr val="14263D"/>
                </a:solidFill>
              </a:defRPr>
            </a:lvl5pPr>
            <a:lvl6pPr>
              <a:buNone/>
              <a:defRPr sz="1875" b="1">
                <a:solidFill>
                  <a:srgbClr val="14263D"/>
                </a:solidFill>
              </a:defRPr>
            </a:lvl6pPr>
            <a:lvl7pPr>
              <a:buNone/>
              <a:defRPr sz="1875" b="1">
                <a:solidFill>
                  <a:srgbClr val="14263D"/>
                </a:solidFill>
              </a:defRPr>
            </a:lvl7pPr>
            <a:lvl8pPr>
              <a:buNone/>
              <a:defRPr sz="1875" b="1">
                <a:solidFill>
                  <a:srgbClr val="14263D"/>
                </a:solidFill>
              </a:defRPr>
            </a:lvl8pPr>
            <a:lvl9pPr>
              <a:buNone/>
              <a:defRPr sz="1875" b="1">
                <a:solidFill>
                  <a:srgbClr val="14263D"/>
                </a:solidFill>
              </a:defRPr>
            </a:lvl9pPr>
          </a:lstStyle>
          <a:p xmlns:a="http://schemas.openxmlformats.org/drawingml/2006/main">
            <a:pPr>
              <a:buNone/>
              <a:defRPr sz="1875" b="1">
                <a:solidFill>
                  <a:srgbClr val="14263D"/>
                </a:solidFill>
              </a:defRPr>
            </a:pPr>
            <a:r>
              <a:rPr sz="1875" b="1">
                <a:solidFill>
                  <a:srgbClr val="14263D"/>
                </a:solidFill>
              </a:rPr>
              <a:t>Prepare</a:t>
            </a:r>
          </a:p>
        </p:txBody>
      </p:sp>
      <p:sp>
        <p:nvSpPr>
          <p:cNvPr id="14" name="">
            <a:extLst xmlns:a="http://schemas.openxmlformats.org/drawingml/2006/main">
              <a:ext uri="{FF2B5EF4-FFF2-40B4-BE49-F238E27FC236}">
                <a16:creationId xmlns:a16="http://schemas.microsoft.com/office/drawing/2014/main" id="{5BD3BA31-56FE-4E51-84A2-7A10F656E7D2}"/>
              </a:ext>
            </a:extLst>
          </p:cNvPr>
          <p:cNvSpPr>
            <a:spLocks xmlns:a="http://schemas.openxmlformats.org/drawingml/2006/main" noGrp="1"/>
          </p:cNvSpPr>
          <p:nvPr/>
        </p:nvSpPr>
        <p:spPr>
          <a:xfrm xmlns:a="http://schemas.openxmlformats.org/drawingml/2006/main">
            <a:off x="3619500" y="3390900"/>
            <a:ext cx="200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536477"/>
                </a:solidFill>
              </a:defRPr>
            </a:defPPr>
            <a:lvl1pPr>
              <a:buNone/>
              <a:defRPr sz="1350" b="0">
                <a:solidFill>
                  <a:srgbClr val="536477"/>
                </a:solidFill>
              </a:defRPr>
            </a:lvl1pPr>
            <a:lvl2pPr>
              <a:buNone/>
              <a:defRPr sz="1350" b="0">
                <a:solidFill>
                  <a:srgbClr val="536477"/>
                </a:solidFill>
              </a:defRPr>
            </a:lvl2pPr>
            <a:lvl3pPr>
              <a:buNone/>
              <a:defRPr sz="1350" b="0">
                <a:solidFill>
                  <a:srgbClr val="536477"/>
                </a:solidFill>
              </a:defRPr>
            </a:lvl3pPr>
            <a:lvl4pPr>
              <a:buNone/>
              <a:defRPr sz="1350" b="0">
                <a:solidFill>
                  <a:srgbClr val="536477"/>
                </a:solidFill>
              </a:defRPr>
            </a:lvl4pPr>
            <a:lvl5pPr>
              <a:buNone/>
              <a:defRPr sz="1350" b="0">
                <a:solidFill>
                  <a:srgbClr val="536477"/>
                </a:solidFill>
              </a:defRPr>
            </a:lvl5pPr>
            <a:lvl6pPr>
              <a:buNone/>
              <a:defRPr sz="1350" b="0">
                <a:solidFill>
                  <a:srgbClr val="536477"/>
                </a:solidFill>
              </a:defRPr>
            </a:lvl6pPr>
            <a:lvl7pPr>
              <a:buNone/>
              <a:defRPr sz="1350" b="0">
                <a:solidFill>
                  <a:srgbClr val="536477"/>
                </a:solidFill>
              </a:defRPr>
            </a:lvl7pPr>
            <a:lvl8pPr>
              <a:buNone/>
              <a:defRPr sz="1350" b="0">
                <a:solidFill>
                  <a:srgbClr val="536477"/>
                </a:solidFill>
              </a:defRPr>
            </a:lvl8pPr>
            <a:lvl9pPr>
              <a:buNone/>
              <a:defRPr sz="1350" b="0">
                <a:solidFill>
                  <a:srgbClr val="536477"/>
                </a:solidFill>
              </a:defRPr>
            </a:lvl9pPr>
          </a:lstStyle>
          <a:p xmlns:a="http://schemas.openxmlformats.org/drawingml/2006/main">
            <a:pPr>
              <a:buNone/>
              <a:defRPr sz="1350" b="0">
                <a:solidFill>
                  <a:srgbClr val="536477"/>
                </a:solidFill>
              </a:defRPr>
            </a:pPr>
            <a:r>
              <a:rPr sz="1350" b="0">
                <a:solidFill>
                  <a:srgbClr val="536477"/>
                </a:solidFill>
              </a:rPr>
              <a:t>Haversine</a:t>
            </a:r>
          </a:p>
          <a:p xmlns:a="http://schemas.openxmlformats.org/drawingml/2006/main">
            <a:pPr>
              <a:buNone/>
              <a:defRPr sz="1350" b="0">
                <a:solidFill>
                  <a:srgbClr val="536477"/>
                </a:solidFill>
              </a:defRPr>
            </a:pPr>
            <a:r>
              <a:rPr sz="1350" b="0">
                <a:solidFill>
                  <a:srgbClr val="536477"/>
                </a:solidFill>
              </a:rPr>
              <a:t>impute · scale · encode</a:t>
            </a:r>
          </a:p>
        </p:txBody>
      </p:sp>
      <p:sp>
        <p:nvSpPr>
          <p:cNvPr id="15" name="">
            <a:extLst xmlns:a="http://schemas.openxmlformats.org/drawingml/2006/main">
              <a:ext uri="{FF2B5EF4-FFF2-40B4-BE49-F238E27FC236}">
                <a16:creationId xmlns:a16="http://schemas.microsoft.com/office/drawing/2014/main" id="{5C7D430E-C583-405E-926E-720A391758DA}"/>
              </a:ext>
            </a:extLst>
          </p:cNvPr>
          <p:cNvSpPr>
            <a:spLocks xmlns:a="http://schemas.openxmlformats.org/drawingml/2006/main" noGrp="1"/>
          </p:cNvSpPr>
          <p:nvPr/>
        </p:nvSpPr>
        <p:spPr>
          <a:xfrm xmlns:a="http://schemas.openxmlformats.org/drawingml/2006/main">
            <a:off x="5876925" y="3314700"/>
            <a:ext cx="266700" cy="28575"/>
          </a:xfrm>
          <a:prstGeom xmlns:a="http://schemas.openxmlformats.org/drawingml/2006/main" prst="rect">
            <a:avLst/>
          </a:prstGeom>
          <a:solidFill xmlns:a="http://schemas.openxmlformats.org/drawingml/2006/main">
            <a:srgbClr val="36B3C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333E357-2B9D-4DAD-BA16-63CFAB9A1C58}"/>
              </a:ext>
            </a:extLst>
          </p:cNvPr>
          <p:cNvSpPr>
            <a:spLocks xmlns:a="http://schemas.openxmlformats.org/drawingml/2006/main" noGrp="1"/>
          </p:cNvSpPr>
          <p:nvPr/>
        </p:nvSpPr>
        <p:spPr>
          <a:xfrm xmlns:a="http://schemas.openxmlformats.org/drawingml/2006/main">
            <a:off x="5886450" y="3086100"/>
            <a:ext cx="26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2864A8"/>
                </a:solidFill>
              </a:defRPr>
            </a:defPPr>
            <a:lvl1pPr>
              <a:buNone/>
              <a:defRPr sz="2700" b="1">
                <a:solidFill>
                  <a:srgbClr val="2864A8"/>
                </a:solidFill>
              </a:defRPr>
            </a:lvl1pPr>
            <a:lvl2pPr>
              <a:buNone/>
              <a:defRPr sz="2700" b="1">
                <a:solidFill>
                  <a:srgbClr val="2864A8"/>
                </a:solidFill>
              </a:defRPr>
            </a:lvl2pPr>
            <a:lvl3pPr>
              <a:buNone/>
              <a:defRPr sz="2700" b="1">
                <a:solidFill>
                  <a:srgbClr val="2864A8"/>
                </a:solidFill>
              </a:defRPr>
            </a:lvl3pPr>
            <a:lvl4pPr>
              <a:buNone/>
              <a:defRPr sz="2700" b="1">
                <a:solidFill>
                  <a:srgbClr val="2864A8"/>
                </a:solidFill>
              </a:defRPr>
            </a:lvl4pPr>
            <a:lvl5pPr>
              <a:buNone/>
              <a:defRPr sz="2700" b="1">
                <a:solidFill>
                  <a:srgbClr val="2864A8"/>
                </a:solidFill>
              </a:defRPr>
            </a:lvl5pPr>
            <a:lvl6pPr>
              <a:buNone/>
              <a:defRPr sz="2700" b="1">
                <a:solidFill>
                  <a:srgbClr val="2864A8"/>
                </a:solidFill>
              </a:defRPr>
            </a:lvl6pPr>
            <a:lvl7pPr>
              <a:buNone/>
              <a:defRPr sz="2700" b="1">
                <a:solidFill>
                  <a:srgbClr val="2864A8"/>
                </a:solidFill>
              </a:defRPr>
            </a:lvl7pPr>
            <a:lvl8pPr>
              <a:buNone/>
              <a:defRPr sz="2700" b="1">
                <a:solidFill>
                  <a:srgbClr val="2864A8"/>
                </a:solidFill>
              </a:defRPr>
            </a:lvl8pPr>
            <a:lvl9pPr>
              <a:buNone/>
              <a:defRPr sz="2700" b="1">
                <a:solidFill>
                  <a:srgbClr val="2864A8"/>
                </a:solidFill>
              </a:defRPr>
            </a:lvl9pPr>
          </a:lstStyle>
          <a:p xmlns:a="http://schemas.openxmlformats.org/drawingml/2006/main">
            <a:pPr>
              <a:buNone/>
              <a:defRPr sz="2700" b="1">
                <a:solidFill>
                  <a:srgbClr val="2864A8"/>
                </a:solidFill>
              </a:defRPr>
            </a:pPr>
            <a:r>
              <a:rPr sz="2700" b="1">
                <a:solidFill>
                  <a:srgbClr val="2864A8"/>
                </a:solidFill>
              </a:rPr>
              <a:t>›</a:t>
            </a:r>
          </a:p>
        </p:txBody>
      </p:sp>
      <p:sp>
        <p:nvSpPr>
          <p:cNvPr id="17" name="">
            <a:extLst xmlns:a="http://schemas.openxmlformats.org/drawingml/2006/main">
              <a:ext uri="{FF2B5EF4-FFF2-40B4-BE49-F238E27FC236}">
                <a16:creationId xmlns:a16="http://schemas.microsoft.com/office/drawing/2014/main" id="{A976250C-9B77-4DCC-83A8-619E49504D6A}"/>
              </a:ext>
            </a:extLst>
          </p:cNvPr>
          <p:cNvSpPr>
            <a:spLocks xmlns:a="http://schemas.openxmlformats.org/drawingml/2006/main" noGrp="1"/>
          </p:cNvSpPr>
          <p:nvPr/>
        </p:nvSpPr>
        <p:spPr>
          <a:xfrm xmlns:a="http://schemas.openxmlformats.org/drawingml/2006/main">
            <a:off x="6248400" y="2247900"/>
            <a:ext cx="2381250" cy="2228850"/>
          </a:xfrm>
          <a:prstGeom xmlns:a="http://schemas.openxmlformats.org/drawingml/2006/main" prst="roundRect">
            <a:avLst>
              <a:gd name="adj" fmla="val 3419"/>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01AD6B0-2963-4F13-B4E4-0D16E8D229BE}"/>
              </a:ext>
            </a:extLst>
          </p:cNvPr>
          <p:cNvSpPr>
            <a:spLocks xmlns:a="http://schemas.openxmlformats.org/drawingml/2006/main" noGrp="1"/>
          </p:cNvSpPr>
          <p:nvPr/>
        </p:nvSpPr>
        <p:spPr>
          <a:xfrm xmlns:a="http://schemas.openxmlformats.org/drawingml/2006/main">
            <a:off x="6438900" y="241935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36B3C7"/>
                </a:solidFill>
              </a:defRPr>
            </a:defPPr>
            <a:lvl1pPr>
              <a:buNone/>
              <a:defRPr sz="1350" b="1">
                <a:solidFill>
                  <a:srgbClr val="36B3C7"/>
                </a:solidFill>
              </a:defRPr>
            </a:lvl1pPr>
            <a:lvl2pPr>
              <a:buNone/>
              <a:defRPr sz="1350" b="1">
                <a:solidFill>
                  <a:srgbClr val="36B3C7"/>
                </a:solidFill>
              </a:defRPr>
            </a:lvl2pPr>
            <a:lvl3pPr>
              <a:buNone/>
              <a:defRPr sz="1350" b="1">
                <a:solidFill>
                  <a:srgbClr val="36B3C7"/>
                </a:solidFill>
              </a:defRPr>
            </a:lvl3pPr>
            <a:lvl4pPr>
              <a:buNone/>
              <a:defRPr sz="1350" b="1">
                <a:solidFill>
                  <a:srgbClr val="36B3C7"/>
                </a:solidFill>
              </a:defRPr>
            </a:lvl4pPr>
            <a:lvl5pPr>
              <a:buNone/>
              <a:defRPr sz="1350" b="1">
                <a:solidFill>
                  <a:srgbClr val="36B3C7"/>
                </a:solidFill>
              </a:defRPr>
            </a:lvl5pPr>
            <a:lvl6pPr>
              <a:buNone/>
              <a:defRPr sz="1350" b="1">
                <a:solidFill>
                  <a:srgbClr val="36B3C7"/>
                </a:solidFill>
              </a:defRPr>
            </a:lvl6pPr>
            <a:lvl7pPr>
              <a:buNone/>
              <a:defRPr sz="1350" b="1">
                <a:solidFill>
                  <a:srgbClr val="36B3C7"/>
                </a:solidFill>
              </a:defRPr>
            </a:lvl7pPr>
            <a:lvl8pPr>
              <a:buNone/>
              <a:defRPr sz="1350" b="1">
                <a:solidFill>
                  <a:srgbClr val="36B3C7"/>
                </a:solidFill>
              </a:defRPr>
            </a:lvl8pPr>
            <a:lvl9pPr>
              <a:buNone/>
              <a:defRPr sz="1350" b="1">
                <a:solidFill>
                  <a:srgbClr val="36B3C7"/>
                </a:solidFill>
              </a:defRPr>
            </a:lvl9pPr>
          </a:lstStyle>
          <a:p xmlns:a="http://schemas.openxmlformats.org/drawingml/2006/main">
            <a:pPr>
              <a:buNone/>
              <a:defRPr sz="1350" b="1">
                <a:solidFill>
                  <a:srgbClr val="36B3C7"/>
                </a:solidFill>
              </a:defRPr>
            </a:pPr>
            <a:r>
              <a:rPr sz="1350" b="1">
                <a:solidFill>
                  <a:srgbClr val="36B3C7"/>
                </a:solidFill>
              </a:rPr>
              <a:t>03</a:t>
            </a:r>
          </a:p>
        </p:txBody>
      </p:sp>
      <p:sp>
        <p:nvSpPr>
          <p:cNvPr id="19" name="">
            <a:extLst xmlns:a="http://schemas.openxmlformats.org/drawingml/2006/main">
              <a:ext uri="{FF2B5EF4-FFF2-40B4-BE49-F238E27FC236}">
                <a16:creationId xmlns:a16="http://schemas.microsoft.com/office/drawing/2014/main" id="{C185117D-B670-4BEA-B326-5C36D6C0D012}"/>
              </a:ext>
            </a:extLst>
          </p:cNvPr>
          <p:cNvSpPr>
            <a:spLocks xmlns:a="http://schemas.openxmlformats.org/drawingml/2006/main" noGrp="1"/>
          </p:cNvSpPr>
          <p:nvPr/>
        </p:nvSpPr>
        <p:spPr>
          <a:xfrm xmlns:a="http://schemas.openxmlformats.org/drawingml/2006/main">
            <a:off x="6438900" y="287655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4263D"/>
                </a:solidFill>
              </a:defRPr>
            </a:defPPr>
            <a:lvl1pPr>
              <a:buNone/>
              <a:defRPr sz="1875" b="1">
                <a:solidFill>
                  <a:srgbClr val="14263D"/>
                </a:solidFill>
              </a:defRPr>
            </a:lvl1pPr>
            <a:lvl2pPr>
              <a:buNone/>
              <a:defRPr sz="1875" b="1">
                <a:solidFill>
                  <a:srgbClr val="14263D"/>
                </a:solidFill>
              </a:defRPr>
            </a:lvl2pPr>
            <a:lvl3pPr>
              <a:buNone/>
              <a:defRPr sz="1875" b="1">
                <a:solidFill>
                  <a:srgbClr val="14263D"/>
                </a:solidFill>
              </a:defRPr>
            </a:lvl3pPr>
            <a:lvl4pPr>
              <a:buNone/>
              <a:defRPr sz="1875" b="1">
                <a:solidFill>
                  <a:srgbClr val="14263D"/>
                </a:solidFill>
              </a:defRPr>
            </a:lvl4pPr>
            <a:lvl5pPr>
              <a:buNone/>
              <a:defRPr sz="1875" b="1">
                <a:solidFill>
                  <a:srgbClr val="14263D"/>
                </a:solidFill>
              </a:defRPr>
            </a:lvl5pPr>
            <a:lvl6pPr>
              <a:buNone/>
              <a:defRPr sz="1875" b="1">
                <a:solidFill>
                  <a:srgbClr val="14263D"/>
                </a:solidFill>
              </a:defRPr>
            </a:lvl6pPr>
            <a:lvl7pPr>
              <a:buNone/>
              <a:defRPr sz="1875" b="1">
                <a:solidFill>
                  <a:srgbClr val="14263D"/>
                </a:solidFill>
              </a:defRPr>
            </a:lvl7pPr>
            <a:lvl8pPr>
              <a:buNone/>
              <a:defRPr sz="1875" b="1">
                <a:solidFill>
                  <a:srgbClr val="14263D"/>
                </a:solidFill>
              </a:defRPr>
            </a:lvl8pPr>
            <a:lvl9pPr>
              <a:buNone/>
              <a:defRPr sz="1875" b="1">
                <a:solidFill>
                  <a:srgbClr val="14263D"/>
                </a:solidFill>
              </a:defRPr>
            </a:lvl9pPr>
          </a:lstStyle>
          <a:p xmlns:a="http://schemas.openxmlformats.org/drawingml/2006/main">
            <a:pPr>
              <a:buNone/>
              <a:defRPr sz="1875" b="1">
                <a:solidFill>
                  <a:srgbClr val="14263D"/>
                </a:solidFill>
              </a:defRPr>
            </a:pPr>
            <a:r>
              <a:rPr sz="1875" b="1">
                <a:solidFill>
                  <a:srgbClr val="14263D"/>
                </a:solidFill>
              </a:rPr>
              <a:t>Compare</a:t>
            </a:r>
          </a:p>
        </p:txBody>
      </p:sp>
      <p:sp>
        <p:nvSpPr>
          <p:cNvPr id="20" name="">
            <a:extLst xmlns:a="http://schemas.openxmlformats.org/drawingml/2006/main">
              <a:ext uri="{FF2B5EF4-FFF2-40B4-BE49-F238E27FC236}">
                <a16:creationId xmlns:a16="http://schemas.microsoft.com/office/drawing/2014/main" id="{FEAAB1B4-8E4F-43EE-821A-390D8AC9C3B2}"/>
              </a:ext>
            </a:extLst>
          </p:cNvPr>
          <p:cNvSpPr>
            <a:spLocks xmlns:a="http://schemas.openxmlformats.org/drawingml/2006/main" noGrp="1"/>
          </p:cNvSpPr>
          <p:nvPr/>
        </p:nvSpPr>
        <p:spPr>
          <a:xfrm xmlns:a="http://schemas.openxmlformats.org/drawingml/2006/main">
            <a:off x="6438900" y="3390900"/>
            <a:ext cx="200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536477"/>
                </a:solidFill>
              </a:defRPr>
            </a:defPPr>
            <a:lvl1pPr>
              <a:buNone/>
              <a:defRPr sz="1350" b="0">
                <a:solidFill>
                  <a:srgbClr val="536477"/>
                </a:solidFill>
              </a:defRPr>
            </a:lvl1pPr>
            <a:lvl2pPr>
              <a:buNone/>
              <a:defRPr sz="1350" b="0">
                <a:solidFill>
                  <a:srgbClr val="536477"/>
                </a:solidFill>
              </a:defRPr>
            </a:lvl2pPr>
            <a:lvl3pPr>
              <a:buNone/>
              <a:defRPr sz="1350" b="0">
                <a:solidFill>
                  <a:srgbClr val="536477"/>
                </a:solidFill>
              </a:defRPr>
            </a:lvl3pPr>
            <a:lvl4pPr>
              <a:buNone/>
              <a:defRPr sz="1350" b="0">
                <a:solidFill>
                  <a:srgbClr val="536477"/>
                </a:solidFill>
              </a:defRPr>
            </a:lvl4pPr>
            <a:lvl5pPr>
              <a:buNone/>
              <a:defRPr sz="1350" b="0">
                <a:solidFill>
                  <a:srgbClr val="536477"/>
                </a:solidFill>
              </a:defRPr>
            </a:lvl5pPr>
            <a:lvl6pPr>
              <a:buNone/>
              <a:defRPr sz="1350" b="0">
                <a:solidFill>
                  <a:srgbClr val="536477"/>
                </a:solidFill>
              </a:defRPr>
            </a:lvl6pPr>
            <a:lvl7pPr>
              <a:buNone/>
              <a:defRPr sz="1350" b="0">
                <a:solidFill>
                  <a:srgbClr val="536477"/>
                </a:solidFill>
              </a:defRPr>
            </a:lvl7pPr>
            <a:lvl8pPr>
              <a:buNone/>
              <a:defRPr sz="1350" b="0">
                <a:solidFill>
                  <a:srgbClr val="536477"/>
                </a:solidFill>
              </a:defRPr>
            </a:lvl8pPr>
            <a:lvl9pPr>
              <a:buNone/>
              <a:defRPr sz="1350" b="0">
                <a:solidFill>
                  <a:srgbClr val="536477"/>
                </a:solidFill>
              </a:defRPr>
            </a:lvl9pPr>
          </a:lstStyle>
          <a:p xmlns:a="http://schemas.openxmlformats.org/drawingml/2006/main">
            <a:pPr>
              <a:buNone/>
              <a:defRPr sz="1350" b="0">
                <a:solidFill>
                  <a:srgbClr val="536477"/>
                </a:solidFill>
              </a:defRPr>
            </a:pPr>
            <a:r>
              <a:rPr sz="1350" b="0">
                <a:solidFill>
                  <a:srgbClr val="536477"/>
                </a:solidFill>
              </a:rPr>
              <a:t>Ridge baseline</a:t>
            </a:r>
          </a:p>
          <a:p xmlns:a="http://schemas.openxmlformats.org/drawingml/2006/main">
            <a:pPr>
              <a:buNone/>
              <a:defRPr sz="1350" b="0">
                <a:solidFill>
                  <a:srgbClr val="536477"/>
                </a:solidFill>
              </a:defRPr>
            </a:pPr>
            <a:r>
              <a:rPr sz="1350" b="0">
                <a:solidFill>
                  <a:srgbClr val="536477"/>
                </a:solidFill>
              </a:rPr>
              <a:t>Random Forest</a:t>
            </a:r>
          </a:p>
          <a:p xmlns:a="http://schemas.openxmlformats.org/drawingml/2006/main">
            <a:pPr>
              <a:buNone/>
              <a:defRPr sz="1350" b="0">
                <a:solidFill>
                  <a:srgbClr val="536477"/>
                </a:solidFill>
              </a:defRPr>
            </a:pPr>
            <a:r>
              <a:rPr sz="1350" b="0">
                <a:solidFill>
                  <a:srgbClr val="536477"/>
                </a:solidFill>
              </a:rPr>
              <a:t>Extra Trees</a:t>
            </a:r>
          </a:p>
        </p:txBody>
      </p:sp>
      <p:sp>
        <p:nvSpPr>
          <p:cNvPr id="21" name="">
            <a:extLst xmlns:a="http://schemas.openxmlformats.org/drawingml/2006/main">
              <a:ext uri="{FF2B5EF4-FFF2-40B4-BE49-F238E27FC236}">
                <a16:creationId xmlns:a16="http://schemas.microsoft.com/office/drawing/2014/main" id="{3362C6AD-F0C6-42D8-B943-63420F9BEA0D}"/>
              </a:ext>
            </a:extLst>
          </p:cNvPr>
          <p:cNvSpPr>
            <a:spLocks xmlns:a="http://schemas.openxmlformats.org/drawingml/2006/main" noGrp="1"/>
          </p:cNvSpPr>
          <p:nvPr/>
        </p:nvSpPr>
        <p:spPr>
          <a:xfrm xmlns:a="http://schemas.openxmlformats.org/drawingml/2006/main">
            <a:off x="8696325" y="3314700"/>
            <a:ext cx="266700" cy="28575"/>
          </a:xfrm>
          <a:prstGeom xmlns:a="http://schemas.openxmlformats.org/drawingml/2006/main" prst="rect">
            <a:avLst/>
          </a:prstGeom>
          <a:solidFill xmlns:a="http://schemas.openxmlformats.org/drawingml/2006/main">
            <a:srgbClr val="36B3C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94F2DE6-C373-4100-A87D-A77A97967E39}"/>
              </a:ext>
            </a:extLst>
          </p:cNvPr>
          <p:cNvSpPr>
            <a:spLocks xmlns:a="http://schemas.openxmlformats.org/drawingml/2006/main" noGrp="1"/>
          </p:cNvSpPr>
          <p:nvPr/>
        </p:nvSpPr>
        <p:spPr>
          <a:xfrm xmlns:a="http://schemas.openxmlformats.org/drawingml/2006/main">
            <a:off x="8705850" y="3086100"/>
            <a:ext cx="26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2864A8"/>
                </a:solidFill>
              </a:defRPr>
            </a:defPPr>
            <a:lvl1pPr>
              <a:buNone/>
              <a:defRPr sz="2700" b="1">
                <a:solidFill>
                  <a:srgbClr val="2864A8"/>
                </a:solidFill>
              </a:defRPr>
            </a:lvl1pPr>
            <a:lvl2pPr>
              <a:buNone/>
              <a:defRPr sz="2700" b="1">
                <a:solidFill>
                  <a:srgbClr val="2864A8"/>
                </a:solidFill>
              </a:defRPr>
            </a:lvl2pPr>
            <a:lvl3pPr>
              <a:buNone/>
              <a:defRPr sz="2700" b="1">
                <a:solidFill>
                  <a:srgbClr val="2864A8"/>
                </a:solidFill>
              </a:defRPr>
            </a:lvl3pPr>
            <a:lvl4pPr>
              <a:buNone/>
              <a:defRPr sz="2700" b="1">
                <a:solidFill>
                  <a:srgbClr val="2864A8"/>
                </a:solidFill>
              </a:defRPr>
            </a:lvl4pPr>
            <a:lvl5pPr>
              <a:buNone/>
              <a:defRPr sz="2700" b="1">
                <a:solidFill>
                  <a:srgbClr val="2864A8"/>
                </a:solidFill>
              </a:defRPr>
            </a:lvl5pPr>
            <a:lvl6pPr>
              <a:buNone/>
              <a:defRPr sz="2700" b="1">
                <a:solidFill>
                  <a:srgbClr val="2864A8"/>
                </a:solidFill>
              </a:defRPr>
            </a:lvl6pPr>
            <a:lvl7pPr>
              <a:buNone/>
              <a:defRPr sz="2700" b="1">
                <a:solidFill>
                  <a:srgbClr val="2864A8"/>
                </a:solidFill>
              </a:defRPr>
            </a:lvl7pPr>
            <a:lvl8pPr>
              <a:buNone/>
              <a:defRPr sz="2700" b="1">
                <a:solidFill>
                  <a:srgbClr val="2864A8"/>
                </a:solidFill>
              </a:defRPr>
            </a:lvl8pPr>
            <a:lvl9pPr>
              <a:buNone/>
              <a:defRPr sz="2700" b="1">
                <a:solidFill>
                  <a:srgbClr val="2864A8"/>
                </a:solidFill>
              </a:defRPr>
            </a:lvl9pPr>
          </a:lstStyle>
          <a:p xmlns:a="http://schemas.openxmlformats.org/drawingml/2006/main">
            <a:pPr>
              <a:buNone/>
              <a:defRPr sz="2700" b="1">
                <a:solidFill>
                  <a:srgbClr val="2864A8"/>
                </a:solidFill>
              </a:defRPr>
            </a:pPr>
            <a:r>
              <a:rPr sz="2700" b="1">
                <a:solidFill>
                  <a:srgbClr val="2864A8"/>
                </a:solidFill>
              </a:rPr>
              <a:t>›</a:t>
            </a:r>
          </a:p>
        </p:txBody>
      </p:sp>
      <p:sp>
        <p:nvSpPr>
          <p:cNvPr id="23" name="">
            <a:extLst xmlns:a="http://schemas.openxmlformats.org/drawingml/2006/main">
              <a:ext uri="{FF2B5EF4-FFF2-40B4-BE49-F238E27FC236}">
                <a16:creationId xmlns:a16="http://schemas.microsoft.com/office/drawing/2014/main" id="{9A1AFA90-307C-4A9F-A502-0B46BBC6F3A0}"/>
              </a:ext>
            </a:extLst>
          </p:cNvPr>
          <p:cNvSpPr>
            <a:spLocks xmlns:a="http://schemas.openxmlformats.org/drawingml/2006/main" noGrp="1"/>
          </p:cNvSpPr>
          <p:nvPr/>
        </p:nvSpPr>
        <p:spPr>
          <a:xfrm xmlns:a="http://schemas.openxmlformats.org/drawingml/2006/main">
            <a:off x="9067800" y="2247900"/>
            <a:ext cx="2381250" cy="2228850"/>
          </a:xfrm>
          <a:prstGeom xmlns:a="http://schemas.openxmlformats.org/drawingml/2006/main" prst="roundRect">
            <a:avLst>
              <a:gd name="adj" fmla="val 3419"/>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7D8F801-5199-46AF-856E-7B72D876D112}"/>
              </a:ext>
            </a:extLst>
          </p:cNvPr>
          <p:cNvSpPr>
            <a:spLocks xmlns:a="http://schemas.openxmlformats.org/drawingml/2006/main" noGrp="1"/>
          </p:cNvSpPr>
          <p:nvPr/>
        </p:nvSpPr>
        <p:spPr>
          <a:xfrm xmlns:a="http://schemas.openxmlformats.org/drawingml/2006/main">
            <a:off x="9258300" y="2419350"/>
            <a:ext cx="57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36B3C7"/>
                </a:solidFill>
              </a:defRPr>
            </a:defPPr>
            <a:lvl1pPr>
              <a:buNone/>
              <a:defRPr sz="1350" b="1">
                <a:solidFill>
                  <a:srgbClr val="36B3C7"/>
                </a:solidFill>
              </a:defRPr>
            </a:lvl1pPr>
            <a:lvl2pPr>
              <a:buNone/>
              <a:defRPr sz="1350" b="1">
                <a:solidFill>
                  <a:srgbClr val="36B3C7"/>
                </a:solidFill>
              </a:defRPr>
            </a:lvl2pPr>
            <a:lvl3pPr>
              <a:buNone/>
              <a:defRPr sz="1350" b="1">
                <a:solidFill>
                  <a:srgbClr val="36B3C7"/>
                </a:solidFill>
              </a:defRPr>
            </a:lvl3pPr>
            <a:lvl4pPr>
              <a:buNone/>
              <a:defRPr sz="1350" b="1">
                <a:solidFill>
                  <a:srgbClr val="36B3C7"/>
                </a:solidFill>
              </a:defRPr>
            </a:lvl4pPr>
            <a:lvl5pPr>
              <a:buNone/>
              <a:defRPr sz="1350" b="1">
                <a:solidFill>
                  <a:srgbClr val="36B3C7"/>
                </a:solidFill>
              </a:defRPr>
            </a:lvl5pPr>
            <a:lvl6pPr>
              <a:buNone/>
              <a:defRPr sz="1350" b="1">
                <a:solidFill>
                  <a:srgbClr val="36B3C7"/>
                </a:solidFill>
              </a:defRPr>
            </a:lvl6pPr>
            <a:lvl7pPr>
              <a:buNone/>
              <a:defRPr sz="1350" b="1">
                <a:solidFill>
                  <a:srgbClr val="36B3C7"/>
                </a:solidFill>
              </a:defRPr>
            </a:lvl7pPr>
            <a:lvl8pPr>
              <a:buNone/>
              <a:defRPr sz="1350" b="1">
                <a:solidFill>
                  <a:srgbClr val="36B3C7"/>
                </a:solidFill>
              </a:defRPr>
            </a:lvl8pPr>
            <a:lvl9pPr>
              <a:buNone/>
              <a:defRPr sz="1350" b="1">
                <a:solidFill>
                  <a:srgbClr val="36B3C7"/>
                </a:solidFill>
              </a:defRPr>
            </a:lvl9pPr>
          </a:lstStyle>
          <a:p xmlns:a="http://schemas.openxmlformats.org/drawingml/2006/main">
            <a:pPr>
              <a:buNone/>
              <a:defRPr sz="1350" b="1">
                <a:solidFill>
                  <a:srgbClr val="36B3C7"/>
                </a:solidFill>
              </a:defRPr>
            </a:pPr>
            <a:r>
              <a:rPr sz="1350" b="1">
                <a:solidFill>
                  <a:srgbClr val="36B3C7"/>
                </a:solidFill>
              </a:rPr>
              <a:t>04</a:t>
            </a:r>
          </a:p>
        </p:txBody>
      </p:sp>
      <p:sp>
        <p:nvSpPr>
          <p:cNvPr id="25" name="">
            <a:extLst xmlns:a="http://schemas.openxmlformats.org/drawingml/2006/main">
              <a:ext uri="{FF2B5EF4-FFF2-40B4-BE49-F238E27FC236}">
                <a16:creationId xmlns:a16="http://schemas.microsoft.com/office/drawing/2014/main" id="{BB579735-638E-48FA-986D-B098431F6D86}"/>
              </a:ext>
            </a:extLst>
          </p:cNvPr>
          <p:cNvSpPr>
            <a:spLocks xmlns:a="http://schemas.openxmlformats.org/drawingml/2006/main" noGrp="1"/>
          </p:cNvSpPr>
          <p:nvPr/>
        </p:nvSpPr>
        <p:spPr>
          <a:xfrm xmlns:a="http://schemas.openxmlformats.org/drawingml/2006/main">
            <a:off x="9258300" y="287655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4263D"/>
                </a:solidFill>
              </a:defRPr>
            </a:defPPr>
            <a:lvl1pPr>
              <a:buNone/>
              <a:defRPr sz="1875" b="1">
                <a:solidFill>
                  <a:srgbClr val="14263D"/>
                </a:solidFill>
              </a:defRPr>
            </a:lvl1pPr>
            <a:lvl2pPr>
              <a:buNone/>
              <a:defRPr sz="1875" b="1">
                <a:solidFill>
                  <a:srgbClr val="14263D"/>
                </a:solidFill>
              </a:defRPr>
            </a:lvl2pPr>
            <a:lvl3pPr>
              <a:buNone/>
              <a:defRPr sz="1875" b="1">
                <a:solidFill>
                  <a:srgbClr val="14263D"/>
                </a:solidFill>
              </a:defRPr>
            </a:lvl3pPr>
            <a:lvl4pPr>
              <a:buNone/>
              <a:defRPr sz="1875" b="1">
                <a:solidFill>
                  <a:srgbClr val="14263D"/>
                </a:solidFill>
              </a:defRPr>
            </a:lvl4pPr>
            <a:lvl5pPr>
              <a:buNone/>
              <a:defRPr sz="1875" b="1">
                <a:solidFill>
                  <a:srgbClr val="14263D"/>
                </a:solidFill>
              </a:defRPr>
            </a:lvl5pPr>
            <a:lvl6pPr>
              <a:buNone/>
              <a:defRPr sz="1875" b="1">
                <a:solidFill>
                  <a:srgbClr val="14263D"/>
                </a:solidFill>
              </a:defRPr>
            </a:lvl6pPr>
            <a:lvl7pPr>
              <a:buNone/>
              <a:defRPr sz="1875" b="1">
                <a:solidFill>
                  <a:srgbClr val="14263D"/>
                </a:solidFill>
              </a:defRPr>
            </a:lvl7pPr>
            <a:lvl8pPr>
              <a:buNone/>
              <a:defRPr sz="1875" b="1">
                <a:solidFill>
                  <a:srgbClr val="14263D"/>
                </a:solidFill>
              </a:defRPr>
            </a:lvl8pPr>
            <a:lvl9pPr>
              <a:buNone/>
              <a:defRPr sz="1875" b="1">
                <a:solidFill>
                  <a:srgbClr val="14263D"/>
                </a:solidFill>
              </a:defRPr>
            </a:lvl9pPr>
          </a:lstStyle>
          <a:p xmlns:a="http://schemas.openxmlformats.org/drawingml/2006/main">
            <a:pPr>
              <a:buNone/>
              <a:defRPr sz="1875" b="1">
                <a:solidFill>
                  <a:srgbClr val="14263D"/>
                </a:solidFill>
              </a:defRPr>
            </a:pPr>
            <a:r>
              <a:rPr sz="1875" b="1">
                <a:solidFill>
                  <a:srgbClr val="14263D"/>
                </a:solidFill>
              </a:rPr>
              <a:t>Evaluate</a:t>
            </a:r>
          </a:p>
        </p:txBody>
      </p:sp>
      <p:sp>
        <p:nvSpPr>
          <p:cNvPr id="26" name="">
            <a:extLst xmlns:a="http://schemas.openxmlformats.org/drawingml/2006/main">
              <a:ext uri="{FF2B5EF4-FFF2-40B4-BE49-F238E27FC236}">
                <a16:creationId xmlns:a16="http://schemas.microsoft.com/office/drawing/2014/main" id="{F9125181-B5C0-4534-AAA1-163F889BB796}"/>
              </a:ext>
            </a:extLst>
          </p:cNvPr>
          <p:cNvSpPr>
            <a:spLocks xmlns:a="http://schemas.openxmlformats.org/drawingml/2006/main" noGrp="1"/>
          </p:cNvSpPr>
          <p:nvPr/>
        </p:nvSpPr>
        <p:spPr>
          <a:xfrm xmlns:a="http://schemas.openxmlformats.org/drawingml/2006/main">
            <a:off x="9258300" y="3390900"/>
            <a:ext cx="200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536477"/>
                </a:solidFill>
              </a:defRPr>
            </a:defPPr>
            <a:lvl1pPr>
              <a:buNone/>
              <a:defRPr sz="1350" b="0">
                <a:solidFill>
                  <a:srgbClr val="536477"/>
                </a:solidFill>
              </a:defRPr>
            </a:lvl1pPr>
            <a:lvl2pPr>
              <a:buNone/>
              <a:defRPr sz="1350" b="0">
                <a:solidFill>
                  <a:srgbClr val="536477"/>
                </a:solidFill>
              </a:defRPr>
            </a:lvl2pPr>
            <a:lvl3pPr>
              <a:buNone/>
              <a:defRPr sz="1350" b="0">
                <a:solidFill>
                  <a:srgbClr val="536477"/>
                </a:solidFill>
              </a:defRPr>
            </a:lvl3pPr>
            <a:lvl4pPr>
              <a:buNone/>
              <a:defRPr sz="1350" b="0">
                <a:solidFill>
                  <a:srgbClr val="536477"/>
                </a:solidFill>
              </a:defRPr>
            </a:lvl4pPr>
            <a:lvl5pPr>
              <a:buNone/>
              <a:defRPr sz="1350" b="0">
                <a:solidFill>
                  <a:srgbClr val="536477"/>
                </a:solidFill>
              </a:defRPr>
            </a:lvl5pPr>
            <a:lvl6pPr>
              <a:buNone/>
              <a:defRPr sz="1350" b="0">
                <a:solidFill>
                  <a:srgbClr val="536477"/>
                </a:solidFill>
              </a:defRPr>
            </a:lvl6pPr>
            <a:lvl7pPr>
              <a:buNone/>
              <a:defRPr sz="1350" b="0">
                <a:solidFill>
                  <a:srgbClr val="536477"/>
                </a:solidFill>
              </a:defRPr>
            </a:lvl7pPr>
            <a:lvl8pPr>
              <a:buNone/>
              <a:defRPr sz="1350" b="0">
                <a:solidFill>
                  <a:srgbClr val="536477"/>
                </a:solidFill>
              </a:defRPr>
            </a:lvl8pPr>
            <a:lvl9pPr>
              <a:buNone/>
              <a:defRPr sz="1350" b="0">
                <a:solidFill>
                  <a:srgbClr val="536477"/>
                </a:solidFill>
              </a:defRPr>
            </a:lvl9pPr>
          </a:lstStyle>
          <a:p xmlns:a="http://schemas.openxmlformats.org/drawingml/2006/main">
            <a:pPr>
              <a:buNone/>
              <a:defRPr sz="1350" b="0">
                <a:solidFill>
                  <a:srgbClr val="536477"/>
                </a:solidFill>
              </a:defRPr>
            </a:pPr>
            <a:r>
              <a:rPr sz="1350" b="0">
                <a:solidFill>
                  <a:srgbClr val="536477"/>
                </a:solidFill>
              </a:rPr>
              <a:t>20% compare split</a:t>
            </a:r>
          </a:p>
          <a:p xmlns:a="http://schemas.openxmlformats.org/drawingml/2006/main">
            <a:pPr>
              <a:buNone/>
              <a:defRPr sz="1350" b="0">
                <a:solidFill>
                  <a:srgbClr val="536477"/>
                </a:solidFill>
              </a:defRPr>
            </a:pPr>
            <a:r>
              <a:rPr sz="1350" b="0">
                <a:solidFill>
                  <a:srgbClr val="536477"/>
                </a:solidFill>
              </a:rPr>
              <a:t>MAE · RMSE</a:t>
            </a:r>
          </a:p>
          <a:p xmlns:a="http://schemas.openxmlformats.org/drawingml/2006/main">
            <a:pPr>
              <a:buNone/>
              <a:defRPr sz="1350" b="0">
                <a:solidFill>
                  <a:srgbClr val="536477"/>
                </a:solidFill>
              </a:defRPr>
            </a:pPr>
            <a:r>
              <a:rPr sz="1350" b="0">
                <a:solidFill>
                  <a:srgbClr val="536477"/>
                </a:solidFill>
              </a:rPr>
              <a:t>MAPE · R²</a:t>
            </a:r>
          </a:p>
        </p:txBody>
      </p:sp>
      <p:sp>
        <p:nvSpPr>
          <p:cNvPr id="27" name="">
            <a:extLst xmlns:a="http://schemas.openxmlformats.org/drawingml/2006/main">
              <a:ext uri="{FF2B5EF4-FFF2-40B4-BE49-F238E27FC236}">
                <a16:creationId xmlns:a16="http://schemas.microsoft.com/office/drawing/2014/main" id="{5FDE4866-0B59-4C68-AA09-4756DB53D84B}"/>
              </a:ext>
            </a:extLst>
          </p:cNvPr>
          <p:cNvSpPr>
            <a:spLocks xmlns:a="http://schemas.openxmlformats.org/drawingml/2006/main" noGrp="1"/>
          </p:cNvSpPr>
          <p:nvPr/>
        </p:nvSpPr>
        <p:spPr>
          <a:xfrm xmlns:a="http://schemas.openxmlformats.org/drawingml/2006/main">
            <a:off x="609600" y="50673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536477"/>
                </a:solidFill>
              </a:defRPr>
            </a:defPPr>
            <a:lvl1pPr>
              <a:buNone/>
              <a:defRPr sz="1500" b="1">
                <a:solidFill>
                  <a:srgbClr val="536477"/>
                </a:solidFill>
              </a:defRPr>
            </a:lvl1pPr>
            <a:lvl2pPr>
              <a:buNone/>
              <a:defRPr sz="1500" b="1">
                <a:solidFill>
                  <a:srgbClr val="536477"/>
                </a:solidFill>
              </a:defRPr>
            </a:lvl2pPr>
            <a:lvl3pPr>
              <a:buNone/>
              <a:defRPr sz="1500" b="1">
                <a:solidFill>
                  <a:srgbClr val="536477"/>
                </a:solidFill>
              </a:defRPr>
            </a:lvl3pPr>
            <a:lvl4pPr>
              <a:buNone/>
              <a:defRPr sz="1500" b="1">
                <a:solidFill>
                  <a:srgbClr val="536477"/>
                </a:solidFill>
              </a:defRPr>
            </a:lvl4pPr>
            <a:lvl5pPr>
              <a:buNone/>
              <a:defRPr sz="1500" b="1">
                <a:solidFill>
                  <a:srgbClr val="536477"/>
                </a:solidFill>
              </a:defRPr>
            </a:lvl5pPr>
            <a:lvl6pPr>
              <a:buNone/>
              <a:defRPr sz="1500" b="1">
                <a:solidFill>
                  <a:srgbClr val="536477"/>
                </a:solidFill>
              </a:defRPr>
            </a:lvl6pPr>
            <a:lvl7pPr>
              <a:buNone/>
              <a:defRPr sz="1500" b="1">
                <a:solidFill>
                  <a:srgbClr val="536477"/>
                </a:solidFill>
              </a:defRPr>
            </a:lvl7pPr>
            <a:lvl8pPr>
              <a:buNone/>
              <a:defRPr sz="1500" b="1">
                <a:solidFill>
                  <a:srgbClr val="536477"/>
                </a:solidFill>
              </a:defRPr>
            </a:lvl8pPr>
            <a:lvl9pPr>
              <a:buNone/>
              <a:defRPr sz="1500" b="1">
                <a:solidFill>
                  <a:srgbClr val="536477"/>
                </a:solidFill>
              </a:defRPr>
            </a:lvl9pPr>
          </a:lstStyle>
          <a:p xmlns:a="http://schemas.openxmlformats.org/drawingml/2006/main">
            <a:pPr>
              <a:buNone/>
              <a:defRPr sz="1500" b="1">
                <a:solidFill>
                  <a:srgbClr val="536477"/>
                </a:solidFill>
              </a:defRPr>
            </a:pPr>
            <a:r>
              <a:rPr sz="1500" b="1">
                <a:solidFill>
                  <a:srgbClr val="536477"/>
                </a:solidFill>
              </a:rPr>
              <a:t>80/20 random split · 3-fold CV on up to 12,000 training rows · winner chosen by split MAE</a:t>
            </a:r>
          </a:p>
        </p:txBody>
      </p:sp>
    </p:spTree>
    <p:extLst>
      <p:ext uri="{BB962C8B-B14F-4D97-AF65-F5344CB8AC3E}">
        <p14:creationId xmlns:p14="http://schemas.microsoft.com/office/powerpoint/2010/main" val="1448726716"/>
      </p:ext>
    </p:extLst>
  </p:cSld>
</p:sld>
</file>

<file path=ppt/slides/slide5.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4DB96A6-E0BB-492C-B2FD-77875A9CB0CE}"/>
              </a:ext>
            </a:extLst>
          </p:cNvPr>
          <p:cNvSpPr>
            <a:spLocks xmlns:a="http://schemas.openxmlformats.org/drawingml/2006/main" noGrp="1"/>
          </p:cNvSpPr>
          <p:nvPr/>
        </p:nvSpPr>
        <p:spPr>
          <a:xfrm xmlns:a="http://schemas.openxmlformats.org/drawingml/2006/main">
            <a:off x="609600" y="2286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8EC9E2"/>
                </a:solidFill>
              </a:defRPr>
            </a:defPPr>
            <a:lvl1pPr>
              <a:buNone/>
              <a:defRPr sz="975" b="1">
                <a:solidFill>
                  <a:srgbClr val="8EC9E2"/>
                </a:solidFill>
              </a:defRPr>
            </a:lvl1pPr>
            <a:lvl2pPr>
              <a:buNone/>
              <a:defRPr sz="975" b="1">
                <a:solidFill>
                  <a:srgbClr val="8EC9E2"/>
                </a:solidFill>
              </a:defRPr>
            </a:lvl2pPr>
            <a:lvl3pPr>
              <a:buNone/>
              <a:defRPr sz="975" b="1">
                <a:solidFill>
                  <a:srgbClr val="8EC9E2"/>
                </a:solidFill>
              </a:defRPr>
            </a:lvl3pPr>
            <a:lvl4pPr>
              <a:buNone/>
              <a:defRPr sz="975" b="1">
                <a:solidFill>
                  <a:srgbClr val="8EC9E2"/>
                </a:solidFill>
              </a:defRPr>
            </a:lvl4pPr>
            <a:lvl5pPr>
              <a:buNone/>
              <a:defRPr sz="975" b="1">
                <a:solidFill>
                  <a:srgbClr val="8EC9E2"/>
                </a:solidFill>
              </a:defRPr>
            </a:lvl5pPr>
            <a:lvl6pPr>
              <a:buNone/>
              <a:defRPr sz="975" b="1">
                <a:solidFill>
                  <a:srgbClr val="8EC9E2"/>
                </a:solidFill>
              </a:defRPr>
            </a:lvl6pPr>
            <a:lvl7pPr>
              <a:buNone/>
              <a:defRPr sz="975" b="1">
                <a:solidFill>
                  <a:srgbClr val="8EC9E2"/>
                </a:solidFill>
              </a:defRPr>
            </a:lvl7pPr>
            <a:lvl8pPr>
              <a:buNone/>
              <a:defRPr sz="975" b="1">
                <a:solidFill>
                  <a:srgbClr val="8EC9E2"/>
                </a:solidFill>
              </a:defRPr>
            </a:lvl8pPr>
            <a:lvl9pPr>
              <a:buNone/>
              <a:defRPr sz="975" b="1">
                <a:solidFill>
                  <a:srgbClr val="8EC9E2"/>
                </a:solidFill>
              </a:defRPr>
            </a:lvl9pPr>
          </a:lstStyle>
          <a:p xmlns:a="http://schemas.openxmlformats.org/drawingml/2006/main">
            <a:pPr>
              <a:buNone/>
              <a:defRPr sz="975" b="1">
                <a:solidFill>
                  <a:srgbClr val="8EC9E2"/>
                </a:solidFill>
              </a:defRPr>
            </a:pPr>
            <a:r>
              <a:rPr sz="975" b="1">
                <a:solidFill>
                  <a:srgbClr val="8EC9E2"/>
                </a:solidFill>
              </a:rPr>
              <a:t>LAST-MILE DELIVERY  /  ETA PREDICTION</a:t>
            </a:r>
          </a:p>
        </p:txBody>
      </p:sp>
      <p:sp>
        <p:nvSpPr>
          <p:cNvPr id="2" name="">
            <a:extLst xmlns:a="http://schemas.openxmlformats.org/drawingml/2006/main">
              <a:ext uri="{FF2B5EF4-FFF2-40B4-BE49-F238E27FC236}">
                <a16:creationId xmlns:a16="http://schemas.microsoft.com/office/drawing/2014/main" id="{05DFCDA3-6A43-4242-A1E3-34A7C4C5467A}"/>
              </a:ext>
            </a:extLst>
          </p:cNvPr>
          <p:cNvSpPr>
            <a:spLocks xmlns:a="http://schemas.openxmlformats.org/drawingml/2006/main" noGrp="1"/>
          </p:cNvSpPr>
          <p:nvPr/>
        </p:nvSpPr>
        <p:spPr>
          <a:xfrm xmlns:a="http://schemas.openxmlformats.org/drawingml/2006/main">
            <a:off x="11163300" y="2286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A9B7C5"/>
                </a:solidFill>
              </a:defRPr>
            </a:defPPr>
            <a:lvl1pPr>
              <a:buNone/>
              <a:defRPr sz="975" b="1">
                <a:solidFill>
                  <a:srgbClr val="A9B7C5"/>
                </a:solidFill>
              </a:defRPr>
            </a:lvl1pPr>
            <a:lvl2pPr>
              <a:buNone/>
              <a:defRPr sz="975" b="1">
                <a:solidFill>
                  <a:srgbClr val="A9B7C5"/>
                </a:solidFill>
              </a:defRPr>
            </a:lvl2pPr>
            <a:lvl3pPr>
              <a:buNone/>
              <a:defRPr sz="975" b="1">
                <a:solidFill>
                  <a:srgbClr val="A9B7C5"/>
                </a:solidFill>
              </a:defRPr>
            </a:lvl3pPr>
            <a:lvl4pPr>
              <a:buNone/>
              <a:defRPr sz="975" b="1">
                <a:solidFill>
                  <a:srgbClr val="A9B7C5"/>
                </a:solidFill>
              </a:defRPr>
            </a:lvl4pPr>
            <a:lvl5pPr>
              <a:buNone/>
              <a:defRPr sz="975" b="1">
                <a:solidFill>
                  <a:srgbClr val="A9B7C5"/>
                </a:solidFill>
              </a:defRPr>
            </a:lvl5pPr>
            <a:lvl6pPr>
              <a:buNone/>
              <a:defRPr sz="975" b="1">
                <a:solidFill>
                  <a:srgbClr val="A9B7C5"/>
                </a:solidFill>
              </a:defRPr>
            </a:lvl6pPr>
            <a:lvl7pPr>
              <a:buNone/>
              <a:defRPr sz="975" b="1">
                <a:solidFill>
                  <a:srgbClr val="A9B7C5"/>
                </a:solidFill>
              </a:defRPr>
            </a:lvl7pPr>
            <a:lvl8pPr>
              <a:buNone/>
              <a:defRPr sz="975" b="1">
                <a:solidFill>
                  <a:srgbClr val="A9B7C5"/>
                </a:solidFill>
              </a:defRPr>
            </a:lvl8pPr>
            <a:lvl9pPr>
              <a:buNone/>
              <a:defRPr sz="975" b="1">
                <a:solidFill>
                  <a:srgbClr val="A9B7C5"/>
                </a:solidFill>
              </a:defRPr>
            </a:lvl9pPr>
          </a:lstStyle>
          <a:p xmlns:a="http://schemas.openxmlformats.org/drawingml/2006/main">
            <a:pPr>
              <a:buNone/>
              <a:defRPr sz="975" b="1">
                <a:solidFill>
                  <a:srgbClr val="A9B7C5"/>
                </a:solidFill>
              </a:defRPr>
            </a:pPr>
            <a:r>
              <a:rPr sz="975" b="1">
                <a:solidFill>
                  <a:srgbClr val="A9B7C5"/>
                </a:solidFill>
              </a:rPr>
              <a:t>05</a:t>
            </a:r>
          </a:p>
        </p:txBody>
      </p:sp>
      <p:sp>
        <p:nvSpPr>
          <p:cNvPr id="3" name="">
            <a:extLst xmlns:a="http://schemas.openxmlformats.org/drawingml/2006/main">
              <a:ext uri="{FF2B5EF4-FFF2-40B4-BE49-F238E27FC236}">
                <a16:creationId xmlns:a16="http://schemas.microsoft.com/office/drawing/2014/main" id="{99AD49CD-2047-4F78-B0CB-0EFB47C06466}"/>
              </a:ext>
            </a:extLst>
          </p:cNvPr>
          <p:cNvSpPr>
            <a:spLocks xmlns:a="http://schemas.openxmlformats.org/drawingml/2006/main" noGrp="1"/>
          </p:cNvSpPr>
          <p:nvPr/>
        </p:nvSpPr>
        <p:spPr>
          <a:xfrm xmlns:a="http://schemas.openxmlformats.org/drawingml/2006/main">
            <a:off x="609600" y="6572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850" b="1">
                <a:solidFill>
                  <a:srgbClr val="FFFFFF"/>
                </a:solidFill>
              </a:defRPr>
            </a:defPPr>
            <a:lvl1pPr>
              <a:buNone/>
              <a:defRPr sz="2850" b="1">
                <a:solidFill>
                  <a:srgbClr val="FFFFFF"/>
                </a:solidFill>
              </a:defRPr>
            </a:lvl1pPr>
            <a:lvl2pPr>
              <a:buNone/>
              <a:defRPr sz="2850" b="1">
                <a:solidFill>
                  <a:srgbClr val="FFFFFF"/>
                </a:solidFill>
              </a:defRPr>
            </a:lvl2pPr>
            <a:lvl3pPr>
              <a:buNone/>
              <a:defRPr sz="2850" b="1">
                <a:solidFill>
                  <a:srgbClr val="FFFFFF"/>
                </a:solidFill>
              </a:defRPr>
            </a:lvl3pPr>
            <a:lvl4pPr>
              <a:buNone/>
              <a:defRPr sz="2850" b="1">
                <a:solidFill>
                  <a:srgbClr val="FFFFFF"/>
                </a:solidFill>
              </a:defRPr>
            </a:lvl4pPr>
            <a:lvl5pPr>
              <a:buNone/>
              <a:defRPr sz="2850" b="1">
                <a:solidFill>
                  <a:srgbClr val="FFFFFF"/>
                </a:solidFill>
              </a:defRPr>
            </a:lvl5pPr>
            <a:lvl6pPr>
              <a:buNone/>
              <a:defRPr sz="2850" b="1">
                <a:solidFill>
                  <a:srgbClr val="FFFFFF"/>
                </a:solidFill>
              </a:defRPr>
            </a:lvl6pPr>
            <a:lvl7pPr>
              <a:buNone/>
              <a:defRPr sz="2850" b="1">
                <a:solidFill>
                  <a:srgbClr val="FFFFFF"/>
                </a:solidFill>
              </a:defRPr>
            </a:lvl7pPr>
            <a:lvl8pPr>
              <a:buNone/>
              <a:defRPr sz="2850" b="1">
                <a:solidFill>
                  <a:srgbClr val="FFFFFF"/>
                </a:solidFill>
              </a:defRPr>
            </a:lvl8pPr>
            <a:lvl9pPr>
              <a:buNone/>
              <a:defRPr sz="2850" b="1">
                <a:solidFill>
                  <a:srgbClr val="FFFFFF"/>
                </a:solidFill>
              </a:defRPr>
            </a:lvl9pPr>
          </a:lstStyle>
          <a:p xmlns:a="http://schemas.openxmlformats.org/drawingml/2006/main">
            <a:pPr>
              <a:buNone/>
              <a:defRPr sz="2850" b="1">
                <a:solidFill>
                  <a:srgbClr val="FFFFFF"/>
                </a:solidFill>
              </a:defRPr>
            </a:pPr>
            <a:r>
              <a:rPr sz="2850" b="1">
                <a:solidFill>
                  <a:srgbClr val="FFFFFF"/>
                </a:solidFill>
              </a:rPr>
              <a:t>Trained model package</a:t>
            </a:r>
          </a:p>
        </p:txBody>
      </p:sp>
      <p:sp>
        <p:nvSpPr>
          <p:cNvPr id="4" name="">
            <a:extLst xmlns:a="http://schemas.openxmlformats.org/drawingml/2006/main">
              <a:ext uri="{FF2B5EF4-FFF2-40B4-BE49-F238E27FC236}">
                <a16:creationId xmlns:a16="http://schemas.microsoft.com/office/drawing/2014/main" id="{5A9EBB08-77F6-45DB-A852-4B80BBCB5086}"/>
              </a:ext>
            </a:extLst>
          </p:cNvPr>
          <p:cNvSpPr>
            <a:spLocks xmlns:a="http://schemas.openxmlformats.org/drawingml/2006/main" noGrp="1"/>
          </p:cNvSpPr>
          <p:nvPr/>
        </p:nvSpPr>
        <p:spPr>
          <a:xfrm xmlns:a="http://schemas.openxmlformats.org/drawingml/2006/main">
            <a:off x="609600" y="157162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D7E5F1"/>
                </a:solidFill>
              </a:defRPr>
            </a:defPPr>
            <a:lvl1pPr>
              <a:buNone/>
              <a:defRPr sz="1800" b="1">
                <a:solidFill>
                  <a:srgbClr val="D7E5F1"/>
                </a:solidFill>
              </a:defRPr>
            </a:lvl1pPr>
            <a:lvl2pPr>
              <a:buNone/>
              <a:defRPr sz="1800" b="1">
                <a:solidFill>
                  <a:srgbClr val="D7E5F1"/>
                </a:solidFill>
              </a:defRPr>
            </a:lvl2pPr>
            <a:lvl3pPr>
              <a:buNone/>
              <a:defRPr sz="1800" b="1">
                <a:solidFill>
                  <a:srgbClr val="D7E5F1"/>
                </a:solidFill>
              </a:defRPr>
            </a:lvl3pPr>
            <a:lvl4pPr>
              <a:buNone/>
              <a:defRPr sz="1800" b="1">
                <a:solidFill>
                  <a:srgbClr val="D7E5F1"/>
                </a:solidFill>
              </a:defRPr>
            </a:lvl4pPr>
            <a:lvl5pPr>
              <a:buNone/>
              <a:defRPr sz="1800" b="1">
                <a:solidFill>
                  <a:srgbClr val="D7E5F1"/>
                </a:solidFill>
              </a:defRPr>
            </a:lvl5pPr>
            <a:lvl6pPr>
              <a:buNone/>
              <a:defRPr sz="1800" b="1">
                <a:solidFill>
                  <a:srgbClr val="D7E5F1"/>
                </a:solidFill>
              </a:defRPr>
            </a:lvl6pPr>
            <a:lvl7pPr>
              <a:buNone/>
              <a:defRPr sz="1800" b="1">
                <a:solidFill>
                  <a:srgbClr val="D7E5F1"/>
                </a:solidFill>
              </a:defRPr>
            </a:lvl7pPr>
            <a:lvl8pPr>
              <a:buNone/>
              <a:defRPr sz="1800" b="1">
                <a:solidFill>
                  <a:srgbClr val="D7E5F1"/>
                </a:solidFill>
              </a:defRPr>
            </a:lvl8pPr>
            <a:lvl9pPr>
              <a:buNone/>
              <a:defRPr sz="1800" b="1">
                <a:solidFill>
                  <a:srgbClr val="D7E5F1"/>
                </a:solidFill>
              </a:defRPr>
            </a:lvl9pPr>
          </a:lstStyle>
          <a:p xmlns:a="http://schemas.openxmlformats.org/drawingml/2006/main">
            <a:pPr>
              <a:buNone/>
              <a:defRPr sz="1800" b="1">
                <a:solidFill>
                  <a:srgbClr val="D7E5F1"/>
                </a:solidFill>
              </a:defRPr>
            </a:pPr>
            <a:r>
              <a:rPr sz="1800" b="1">
                <a:solidFill>
                  <a:srgbClr val="D7E5F1"/>
                </a:solidFill>
              </a:rPr>
              <a:t>A fitted pipeline serves each prediction</a:t>
            </a:r>
          </a:p>
        </p:txBody>
      </p:sp>
      <p:sp>
        <p:nvSpPr>
          <p:cNvPr id="5" name="">
            <a:extLst xmlns:a="http://schemas.openxmlformats.org/drawingml/2006/main">
              <a:ext uri="{FF2B5EF4-FFF2-40B4-BE49-F238E27FC236}">
                <a16:creationId xmlns:a16="http://schemas.microsoft.com/office/drawing/2014/main" id="{4F9A89EF-88D2-46DF-8E0A-2A91109AC7E8}"/>
              </a:ext>
            </a:extLst>
          </p:cNvPr>
          <p:cNvSpPr>
            <a:spLocks xmlns:a="http://schemas.openxmlformats.org/drawingml/2006/main" noGrp="1"/>
          </p:cNvSpPr>
          <p:nvPr/>
        </p:nvSpPr>
        <p:spPr>
          <a:xfrm xmlns:a="http://schemas.openxmlformats.org/drawingml/2006/main">
            <a:off x="609600" y="2238375"/>
            <a:ext cx="224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8EC9E2"/>
                </a:solidFill>
              </a:defRPr>
            </a:defPPr>
            <a:lvl1pPr>
              <a:buNone/>
              <a:defRPr sz="975" b="1">
                <a:solidFill>
                  <a:srgbClr val="8EC9E2"/>
                </a:solidFill>
              </a:defRPr>
            </a:lvl1pPr>
            <a:lvl2pPr>
              <a:buNone/>
              <a:defRPr sz="975" b="1">
                <a:solidFill>
                  <a:srgbClr val="8EC9E2"/>
                </a:solidFill>
              </a:defRPr>
            </a:lvl2pPr>
            <a:lvl3pPr>
              <a:buNone/>
              <a:defRPr sz="975" b="1">
                <a:solidFill>
                  <a:srgbClr val="8EC9E2"/>
                </a:solidFill>
              </a:defRPr>
            </a:lvl3pPr>
            <a:lvl4pPr>
              <a:buNone/>
              <a:defRPr sz="975" b="1">
                <a:solidFill>
                  <a:srgbClr val="8EC9E2"/>
                </a:solidFill>
              </a:defRPr>
            </a:lvl4pPr>
            <a:lvl5pPr>
              <a:buNone/>
              <a:defRPr sz="975" b="1">
                <a:solidFill>
                  <a:srgbClr val="8EC9E2"/>
                </a:solidFill>
              </a:defRPr>
            </a:lvl5pPr>
            <a:lvl6pPr>
              <a:buNone/>
              <a:defRPr sz="975" b="1">
                <a:solidFill>
                  <a:srgbClr val="8EC9E2"/>
                </a:solidFill>
              </a:defRPr>
            </a:lvl6pPr>
            <a:lvl7pPr>
              <a:buNone/>
              <a:defRPr sz="975" b="1">
                <a:solidFill>
                  <a:srgbClr val="8EC9E2"/>
                </a:solidFill>
              </a:defRPr>
            </a:lvl7pPr>
            <a:lvl8pPr>
              <a:buNone/>
              <a:defRPr sz="975" b="1">
                <a:solidFill>
                  <a:srgbClr val="8EC9E2"/>
                </a:solidFill>
              </a:defRPr>
            </a:lvl8pPr>
            <a:lvl9pPr>
              <a:buNone/>
              <a:defRPr sz="975" b="1">
                <a:solidFill>
                  <a:srgbClr val="8EC9E2"/>
                </a:solidFill>
              </a:defRPr>
            </a:lvl9pPr>
          </a:lstStyle>
          <a:p xmlns:a="http://schemas.openxmlformats.org/drawingml/2006/main">
            <a:pPr>
              <a:buNone/>
              <a:defRPr sz="975" b="1">
                <a:solidFill>
                  <a:srgbClr val="8EC9E2"/>
                </a:solidFill>
              </a:defRPr>
            </a:pPr>
            <a:r>
              <a:rPr sz="975" b="1">
                <a:solidFill>
                  <a:srgbClr val="8EC9E2"/>
                </a:solidFill>
              </a:rPr>
              <a:t>INPUTS</a:t>
            </a:r>
          </a:p>
        </p:txBody>
      </p:sp>
      <p:sp>
        <p:nvSpPr>
          <p:cNvPr id="6" name="">
            <a:extLst xmlns:a="http://schemas.openxmlformats.org/drawingml/2006/main">
              <a:ext uri="{FF2B5EF4-FFF2-40B4-BE49-F238E27FC236}">
                <a16:creationId xmlns:a16="http://schemas.microsoft.com/office/drawing/2014/main" id="{CF90C982-AC0C-4F47-9DDA-18EC20B04532}"/>
              </a:ext>
            </a:extLst>
          </p:cNvPr>
          <p:cNvSpPr>
            <a:spLocks xmlns:a="http://schemas.openxmlformats.org/drawingml/2006/main" noGrp="1"/>
          </p:cNvSpPr>
          <p:nvPr/>
        </p:nvSpPr>
        <p:spPr>
          <a:xfrm xmlns:a="http://schemas.openxmlformats.org/drawingml/2006/main">
            <a:off x="609600" y="252412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FFFFF"/>
                </a:solidFill>
              </a:defRPr>
            </a:defPPr>
            <a:lvl1pPr>
              <a:buNone/>
              <a:defRPr sz="1650" b="1">
                <a:solidFill>
                  <a:srgbClr val="FFFFFF"/>
                </a:solidFill>
              </a:defRPr>
            </a:lvl1pPr>
            <a:lvl2pPr>
              <a:buNone/>
              <a:defRPr sz="1650" b="1">
                <a:solidFill>
                  <a:srgbClr val="FFFFFF"/>
                </a:solidFill>
              </a:defRPr>
            </a:lvl2pPr>
            <a:lvl3pPr>
              <a:buNone/>
              <a:defRPr sz="1650" b="1">
                <a:solidFill>
                  <a:srgbClr val="FFFFFF"/>
                </a:solidFill>
              </a:defRPr>
            </a:lvl3pPr>
            <a:lvl4pPr>
              <a:buNone/>
              <a:defRPr sz="1650" b="1">
                <a:solidFill>
                  <a:srgbClr val="FFFFFF"/>
                </a:solidFill>
              </a:defRPr>
            </a:lvl4pPr>
            <a:lvl5pPr>
              <a:buNone/>
              <a:defRPr sz="1650" b="1">
                <a:solidFill>
                  <a:srgbClr val="FFFFFF"/>
                </a:solidFill>
              </a:defRPr>
            </a:lvl5pPr>
            <a:lvl6pPr>
              <a:buNone/>
              <a:defRPr sz="1650" b="1">
                <a:solidFill>
                  <a:srgbClr val="FFFFFF"/>
                </a:solidFill>
              </a:defRPr>
            </a:lvl6pPr>
            <a:lvl7pPr>
              <a:buNone/>
              <a:defRPr sz="1650" b="1">
                <a:solidFill>
                  <a:srgbClr val="FFFFFF"/>
                </a:solidFill>
              </a:defRPr>
            </a:lvl7pPr>
            <a:lvl8pPr>
              <a:buNone/>
              <a:defRPr sz="1650" b="1">
                <a:solidFill>
                  <a:srgbClr val="FFFFFF"/>
                </a:solidFill>
              </a:defRPr>
            </a:lvl8pPr>
            <a:lvl9pPr>
              <a:buNone/>
              <a:defRPr sz="1650" b="1">
                <a:solidFill>
                  <a:srgbClr val="FFFFFF"/>
                </a:solidFill>
              </a:defRPr>
            </a:lvl9pPr>
          </a:lstStyle>
          <a:p xmlns:a="http://schemas.openxmlformats.org/drawingml/2006/main">
            <a:pPr>
              <a:buNone/>
              <a:defRPr sz="1650" b="1">
                <a:solidFill>
                  <a:srgbClr val="FFFFFF"/>
                </a:solidFill>
              </a:defRPr>
            </a:pPr>
            <a:r>
              <a:rPr sz="1650" b="1">
                <a:solidFill>
                  <a:srgbClr val="FFFFFF"/>
                </a:solidFill>
              </a:rPr>
              <a:t>9 active features</a:t>
            </a:r>
          </a:p>
        </p:txBody>
      </p:sp>
      <p:sp>
        <p:nvSpPr>
          <p:cNvPr id="7" name="">
            <a:extLst xmlns:a="http://schemas.openxmlformats.org/drawingml/2006/main">
              <a:ext uri="{FF2B5EF4-FFF2-40B4-BE49-F238E27FC236}">
                <a16:creationId xmlns:a16="http://schemas.microsoft.com/office/drawing/2014/main" id="{C0DA10FE-1E8B-4D26-AC2A-05BB7DFAE35F}"/>
              </a:ext>
            </a:extLst>
          </p:cNvPr>
          <p:cNvSpPr>
            <a:spLocks xmlns:a="http://schemas.openxmlformats.org/drawingml/2006/main" noGrp="1"/>
          </p:cNvSpPr>
          <p:nvPr/>
        </p:nvSpPr>
        <p:spPr>
          <a:xfrm xmlns:a="http://schemas.openxmlformats.org/drawingml/2006/main">
            <a:off x="3219450" y="2238375"/>
            <a:ext cx="224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8EC9E2"/>
                </a:solidFill>
              </a:defRPr>
            </a:defPPr>
            <a:lvl1pPr>
              <a:buNone/>
              <a:defRPr sz="975" b="1">
                <a:solidFill>
                  <a:srgbClr val="8EC9E2"/>
                </a:solidFill>
              </a:defRPr>
            </a:lvl1pPr>
            <a:lvl2pPr>
              <a:buNone/>
              <a:defRPr sz="975" b="1">
                <a:solidFill>
                  <a:srgbClr val="8EC9E2"/>
                </a:solidFill>
              </a:defRPr>
            </a:lvl2pPr>
            <a:lvl3pPr>
              <a:buNone/>
              <a:defRPr sz="975" b="1">
                <a:solidFill>
                  <a:srgbClr val="8EC9E2"/>
                </a:solidFill>
              </a:defRPr>
            </a:lvl3pPr>
            <a:lvl4pPr>
              <a:buNone/>
              <a:defRPr sz="975" b="1">
                <a:solidFill>
                  <a:srgbClr val="8EC9E2"/>
                </a:solidFill>
              </a:defRPr>
            </a:lvl4pPr>
            <a:lvl5pPr>
              <a:buNone/>
              <a:defRPr sz="975" b="1">
                <a:solidFill>
                  <a:srgbClr val="8EC9E2"/>
                </a:solidFill>
              </a:defRPr>
            </a:lvl5pPr>
            <a:lvl6pPr>
              <a:buNone/>
              <a:defRPr sz="975" b="1">
                <a:solidFill>
                  <a:srgbClr val="8EC9E2"/>
                </a:solidFill>
              </a:defRPr>
            </a:lvl6pPr>
            <a:lvl7pPr>
              <a:buNone/>
              <a:defRPr sz="975" b="1">
                <a:solidFill>
                  <a:srgbClr val="8EC9E2"/>
                </a:solidFill>
              </a:defRPr>
            </a:lvl7pPr>
            <a:lvl8pPr>
              <a:buNone/>
              <a:defRPr sz="975" b="1">
                <a:solidFill>
                  <a:srgbClr val="8EC9E2"/>
                </a:solidFill>
              </a:defRPr>
            </a:lvl8pPr>
            <a:lvl9pPr>
              <a:buNone/>
              <a:defRPr sz="975" b="1">
                <a:solidFill>
                  <a:srgbClr val="8EC9E2"/>
                </a:solidFill>
              </a:defRPr>
            </a:lvl9pPr>
          </a:lstStyle>
          <a:p xmlns:a="http://schemas.openxmlformats.org/drawingml/2006/main">
            <a:pPr>
              <a:buNone/>
              <a:defRPr sz="975" b="1">
                <a:solidFill>
                  <a:srgbClr val="8EC9E2"/>
                </a:solidFill>
              </a:defRPr>
            </a:pPr>
            <a:r>
              <a:rPr sz="975" b="1">
                <a:solidFill>
                  <a:srgbClr val="8EC9E2"/>
                </a:solidFill>
              </a:rPr>
              <a:t>PREPROCESSING</a:t>
            </a:r>
          </a:p>
        </p:txBody>
      </p:sp>
      <p:sp>
        <p:nvSpPr>
          <p:cNvPr id="8" name="">
            <a:extLst xmlns:a="http://schemas.openxmlformats.org/drawingml/2006/main">
              <a:ext uri="{FF2B5EF4-FFF2-40B4-BE49-F238E27FC236}">
                <a16:creationId xmlns:a16="http://schemas.microsoft.com/office/drawing/2014/main" id="{A85333F7-56F6-4199-B012-EFA899B2E372}"/>
              </a:ext>
            </a:extLst>
          </p:cNvPr>
          <p:cNvSpPr>
            <a:spLocks xmlns:a="http://schemas.openxmlformats.org/drawingml/2006/main" noGrp="1"/>
          </p:cNvSpPr>
          <p:nvPr/>
        </p:nvSpPr>
        <p:spPr>
          <a:xfrm xmlns:a="http://schemas.openxmlformats.org/drawingml/2006/main">
            <a:off x="3219450" y="252412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FFFFF"/>
                </a:solidFill>
              </a:defRPr>
            </a:defPPr>
            <a:lvl1pPr>
              <a:buNone/>
              <a:defRPr sz="1650" b="1">
                <a:solidFill>
                  <a:srgbClr val="FFFFFF"/>
                </a:solidFill>
              </a:defRPr>
            </a:lvl1pPr>
            <a:lvl2pPr>
              <a:buNone/>
              <a:defRPr sz="1650" b="1">
                <a:solidFill>
                  <a:srgbClr val="FFFFFF"/>
                </a:solidFill>
              </a:defRPr>
            </a:lvl2pPr>
            <a:lvl3pPr>
              <a:buNone/>
              <a:defRPr sz="1650" b="1">
                <a:solidFill>
                  <a:srgbClr val="FFFFFF"/>
                </a:solidFill>
              </a:defRPr>
            </a:lvl3pPr>
            <a:lvl4pPr>
              <a:buNone/>
              <a:defRPr sz="1650" b="1">
                <a:solidFill>
                  <a:srgbClr val="FFFFFF"/>
                </a:solidFill>
              </a:defRPr>
            </a:lvl4pPr>
            <a:lvl5pPr>
              <a:buNone/>
              <a:defRPr sz="1650" b="1">
                <a:solidFill>
                  <a:srgbClr val="FFFFFF"/>
                </a:solidFill>
              </a:defRPr>
            </a:lvl5pPr>
            <a:lvl6pPr>
              <a:buNone/>
              <a:defRPr sz="1650" b="1">
                <a:solidFill>
                  <a:srgbClr val="FFFFFF"/>
                </a:solidFill>
              </a:defRPr>
            </a:lvl6pPr>
            <a:lvl7pPr>
              <a:buNone/>
              <a:defRPr sz="1650" b="1">
                <a:solidFill>
                  <a:srgbClr val="FFFFFF"/>
                </a:solidFill>
              </a:defRPr>
            </a:lvl7pPr>
            <a:lvl8pPr>
              <a:buNone/>
              <a:defRPr sz="1650" b="1">
                <a:solidFill>
                  <a:srgbClr val="FFFFFF"/>
                </a:solidFill>
              </a:defRPr>
            </a:lvl8pPr>
            <a:lvl9pPr>
              <a:buNone/>
              <a:defRPr sz="1650" b="1">
                <a:solidFill>
                  <a:srgbClr val="FFFFFF"/>
                </a:solidFill>
              </a:defRPr>
            </a:lvl9pPr>
          </a:lstStyle>
          <a:p xmlns:a="http://schemas.openxmlformats.org/drawingml/2006/main">
            <a:pPr>
              <a:buNone/>
              <a:defRPr sz="1650" b="1">
                <a:solidFill>
                  <a:srgbClr val="FFFFFF"/>
                </a:solidFill>
              </a:defRPr>
            </a:pPr>
            <a:r>
              <a:rPr sz="1650" b="1">
                <a:solidFill>
                  <a:srgbClr val="FFFFFF"/>
                </a:solidFill>
              </a:rPr>
              <a:t>Impute + encode</a:t>
            </a:r>
          </a:p>
        </p:txBody>
      </p:sp>
      <p:sp>
        <p:nvSpPr>
          <p:cNvPr id="9" name="">
            <a:extLst xmlns:a="http://schemas.openxmlformats.org/drawingml/2006/main">
              <a:ext uri="{FF2B5EF4-FFF2-40B4-BE49-F238E27FC236}">
                <a16:creationId xmlns:a16="http://schemas.microsoft.com/office/drawing/2014/main" id="{9A165E74-C112-4F8F-878A-33ACB42DB6CE}"/>
              </a:ext>
            </a:extLst>
          </p:cNvPr>
          <p:cNvSpPr>
            <a:spLocks xmlns:a="http://schemas.openxmlformats.org/drawingml/2006/main" noGrp="1"/>
          </p:cNvSpPr>
          <p:nvPr/>
        </p:nvSpPr>
        <p:spPr>
          <a:xfrm xmlns:a="http://schemas.openxmlformats.org/drawingml/2006/main">
            <a:off x="609600" y="3267075"/>
            <a:ext cx="224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8EC9E2"/>
                </a:solidFill>
              </a:defRPr>
            </a:defPPr>
            <a:lvl1pPr>
              <a:buNone/>
              <a:defRPr sz="975" b="1">
                <a:solidFill>
                  <a:srgbClr val="8EC9E2"/>
                </a:solidFill>
              </a:defRPr>
            </a:lvl1pPr>
            <a:lvl2pPr>
              <a:buNone/>
              <a:defRPr sz="975" b="1">
                <a:solidFill>
                  <a:srgbClr val="8EC9E2"/>
                </a:solidFill>
              </a:defRPr>
            </a:lvl2pPr>
            <a:lvl3pPr>
              <a:buNone/>
              <a:defRPr sz="975" b="1">
                <a:solidFill>
                  <a:srgbClr val="8EC9E2"/>
                </a:solidFill>
              </a:defRPr>
            </a:lvl3pPr>
            <a:lvl4pPr>
              <a:buNone/>
              <a:defRPr sz="975" b="1">
                <a:solidFill>
                  <a:srgbClr val="8EC9E2"/>
                </a:solidFill>
              </a:defRPr>
            </a:lvl4pPr>
            <a:lvl5pPr>
              <a:buNone/>
              <a:defRPr sz="975" b="1">
                <a:solidFill>
                  <a:srgbClr val="8EC9E2"/>
                </a:solidFill>
              </a:defRPr>
            </a:lvl5pPr>
            <a:lvl6pPr>
              <a:buNone/>
              <a:defRPr sz="975" b="1">
                <a:solidFill>
                  <a:srgbClr val="8EC9E2"/>
                </a:solidFill>
              </a:defRPr>
            </a:lvl6pPr>
            <a:lvl7pPr>
              <a:buNone/>
              <a:defRPr sz="975" b="1">
                <a:solidFill>
                  <a:srgbClr val="8EC9E2"/>
                </a:solidFill>
              </a:defRPr>
            </a:lvl7pPr>
            <a:lvl8pPr>
              <a:buNone/>
              <a:defRPr sz="975" b="1">
                <a:solidFill>
                  <a:srgbClr val="8EC9E2"/>
                </a:solidFill>
              </a:defRPr>
            </a:lvl8pPr>
            <a:lvl9pPr>
              <a:buNone/>
              <a:defRPr sz="975" b="1">
                <a:solidFill>
                  <a:srgbClr val="8EC9E2"/>
                </a:solidFill>
              </a:defRPr>
            </a:lvl9pPr>
          </a:lstStyle>
          <a:p xmlns:a="http://schemas.openxmlformats.org/drawingml/2006/main">
            <a:pPr>
              <a:buNone/>
              <a:defRPr sz="975" b="1">
                <a:solidFill>
                  <a:srgbClr val="8EC9E2"/>
                </a:solidFill>
              </a:defRPr>
            </a:pPr>
            <a:r>
              <a:rPr sz="975" b="1">
                <a:solidFill>
                  <a:srgbClr val="8EC9E2"/>
                </a:solidFill>
              </a:rPr>
              <a:t>ESTIMATOR</a:t>
            </a:r>
          </a:p>
        </p:txBody>
      </p:sp>
      <p:sp>
        <p:nvSpPr>
          <p:cNvPr id="10" name="">
            <a:extLst xmlns:a="http://schemas.openxmlformats.org/drawingml/2006/main">
              <a:ext uri="{FF2B5EF4-FFF2-40B4-BE49-F238E27FC236}">
                <a16:creationId xmlns:a16="http://schemas.microsoft.com/office/drawing/2014/main" id="{F28A3DE9-2CA4-48E0-B921-0BBDB348E276}"/>
              </a:ext>
            </a:extLst>
          </p:cNvPr>
          <p:cNvSpPr>
            <a:spLocks xmlns:a="http://schemas.openxmlformats.org/drawingml/2006/main" noGrp="1"/>
          </p:cNvSpPr>
          <p:nvPr/>
        </p:nvSpPr>
        <p:spPr>
          <a:xfrm xmlns:a="http://schemas.openxmlformats.org/drawingml/2006/main">
            <a:off x="609600" y="355282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FFFFF"/>
                </a:solidFill>
              </a:defRPr>
            </a:defPPr>
            <a:lvl1pPr>
              <a:buNone/>
              <a:defRPr sz="1650" b="1">
                <a:solidFill>
                  <a:srgbClr val="FFFFFF"/>
                </a:solidFill>
              </a:defRPr>
            </a:lvl1pPr>
            <a:lvl2pPr>
              <a:buNone/>
              <a:defRPr sz="1650" b="1">
                <a:solidFill>
                  <a:srgbClr val="FFFFFF"/>
                </a:solidFill>
              </a:defRPr>
            </a:lvl2pPr>
            <a:lvl3pPr>
              <a:buNone/>
              <a:defRPr sz="1650" b="1">
                <a:solidFill>
                  <a:srgbClr val="FFFFFF"/>
                </a:solidFill>
              </a:defRPr>
            </a:lvl3pPr>
            <a:lvl4pPr>
              <a:buNone/>
              <a:defRPr sz="1650" b="1">
                <a:solidFill>
                  <a:srgbClr val="FFFFFF"/>
                </a:solidFill>
              </a:defRPr>
            </a:lvl4pPr>
            <a:lvl5pPr>
              <a:buNone/>
              <a:defRPr sz="1650" b="1">
                <a:solidFill>
                  <a:srgbClr val="FFFFFF"/>
                </a:solidFill>
              </a:defRPr>
            </a:lvl5pPr>
            <a:lvl6pPr>
              <a:buNone/>
              <a:defRPr sz="1650" b="1">
                <a:solidFill>
                  <a:srgbClr val="FFFFFF"/>
                </a:solidFill>
              </a:defRPr>
            </a:lvl6pPr>
            <a:lvl7pPr>
              <a:buNone/>
              <a:defRPr sz="1650" b="1">
                <a:solidFill>
                  <a:srgbClr val="FFFFFF"/>
                </a:solidFill>
              </a:defRPr>
            </a:lvl7pPr>
            <a:lvl8pPr>
              <a:buNone/>
              <a:defRPr sz="1650" b="1">
                <a:solidFill>
                  <a:srgbClr val="FFFFFF"/>
                </a:solidFill>
              </a:defRPr>
            </a:lvl8pPr>
            <a:lvl9pPr>
              <a:buNone/>
              <a:defRPr sz="1650" b="1">
                <a:solidFill>
                  <a:srgbClr val="FFFFFF"/>
                </a:solidFill>
              </a:defRPr>
            </a:lvl9pPr>
          </a:lstStyle>
          <a:p xmlns:a="http://schemas.openxmlformats.org/drawingml/2006/main">
            <a:pPr>
              <a:buNone/>
              <a:defRPr sz="1650" b="1">
                <a:solidFill>
                  <a:srgbClr val="FFFFFF"/>
                </a:solidFill>
              </a:defRPr>
            </a:pPr>
            <a:r>
              <a:rPr sz="1650" b="1">
                <a:solidFill>
                  <a:srgbClr val="FFFFFF"/>
                </a:solidFill>
              </a:rPr>
              <a:t>Random Forest</a:t>
            </a:r>
          </a:p>
        </p:txBody>
      </p:sp>
      <p:sp>
        <p:nvSpPr>
          <p:cNvPr id="11" name="">
            <a:extLst xmlns:a="http://schemas.openxmlformats.org/drawingml/2006/main">
              <a:ext uri="{FF2B5EF4-FFF2-40B4-BE49-F238E27FC236}">
                <a16:creationId xmlns:a16="http://schemas.microsoft.com/office/drawing/2014/main" id="{F388173A-3DAB-4EE3-922A-841B2443A5C8}"/>
              </a:ext>
            </a:extLst>
          </p:cNvPr>
          <p:cNvSpPr>
            <a:spLocks xmlns:a="http://schemas.openxmlformats.org/drawingml/2006/main" noGrp="1"/>
          </p:cNvSpPr>
          <p:nvPr/>
        </p:nvSpPr>
        <p:spPr>
          <a:xfrm xmlns:a="http://schemas.openxmlformats.org/drawingml/2006/main">
            <a:off x="3219450" y="3267075"/>
            <a:ext cx="224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8EC9E2"/>
                </a:solidFill>
              </a:defRPr>
            </a:defPPr>
            <a:lvl1pPr>
              <a:buNone/>
              <a:defRPr sz="975" b="1">
                <a:solidFill>
                  <a:srgbClr val="8EC9E2"/>
                </a:solidFill>
              </a:defRPr>
            </a:lvl1pPr>
            <a:lvl2pPr>
              <a:buNone/>
              <a:defRPr sz="975" b="1">
                <a:solidFill>
                  <a:srgbClr val="8EC9E2"/>
                </a:solidFill>
              </a:defRPr>
            </a:lvl2pPr>
            <a:lvl3pPr>
              <a:buNone/>
              <a:defRPr sz="975" b="1">
                <a:solidFill>
                  <a:srgbClr val="8EC9E2"/>
                </a:solidFill>
              </a:defRPr>
            </a:lvl3pPr>
            <a:lvl4pPr>
              <a:buNone/>
              <a:defRPr sz="975" b="1">
                <a:solidFill>
                  <a:srgbClr val="8EC9E2"/>
                </a:solidFill>
              </a:defRPr>
            </a:lvl4pPr>
            <a:lvl5pPr>
              <a:buNone/>
              <a:defRPr sz="975" b="1">
                <a:solidFill>
                  <a:srgbClr val="8EC9E2"/>
                </a:solidFill>
              </a:defRPr>
            </a:lvl5pPr>
            <a:lvl6pPr>
              <a:buNone/>
              <a:defRPr sz="975" b="1">
                <a:solidFill>
                  <a:srgbClr val="8EC9E2"/>
                </a:solidFill>
              </a:defRPr>
            </a:lvl6pPr>
            <a:lvl7pPr>
              <a:buNone/>
              <a:defRPr sz="975" b="1">
                <a:solidFill>
                  <a:srgbClr val="8EC9E2"/>
                </a:solidFill>
              </a:defRPr>
            </a:lvl7pPr>
            <a:lvl8pPr>
              <a:buNone/>
              <a:defRPr sz="975" b="1">
                <a:solidFill>
                  <a:srgbClr val="8EC9E2"/>
                </a:solidFill>
              </a:defRPr>
            </a:lvl8pPr>
            <a:lvl9pPr>
              <a:buNone/>
              <a:defRPr sz="975" b="1">
                <a:solidFill>
                  <a:srgbClr val="8EC9E2"/>
                </a:solidFill>
              </a:defRPr>
            </a:lvl9pPr>
          </a:lstStyle>
          <a:p xmlns:a="http://schemas.openxmlformats.org/drawingml/2006/main">
            <a:pPr>
              <a:buNone/>
              <a:defRPr sz="975" b="1">
                <a:solidFill>
                  <a:srgbClr val="8EC9E2"/>
                </a:solidFill>
              </a:defRPr>
            </a:pPr>
            <a:r>
              <a:rPr sz="975" b="1">
                <a:solidFill>
                  <a:srgbClr val="8EC9E2"/>
                </a:solidFill>
              </a:rPr>
              <a:t>OUTPUT</a:t>
            </a:r>
          </a:p>
        </p:txBody>
      </p:sp>
      <p:sp>
        <p:nvSpPr>
          <p:cNvPr id="12" name="">
            <a:extLst xmlns:a="http://schemas.openxmlformats.org/drawingml/2006/main">
              <a:ext uri="{FF2B5EF4-FFF2-40B4-BE49-F238E27FC236}">
                <a16:creationId xmlns:a16="http://schemas.microsoft.com/office/drawing/2014/main" id="{3B8544EE-AD49-4D7B-8BC8-CE08507761E9}"/>
              </a:ext>
            </a:extLst>
          </p:cNvPr>
          <p:cNvSpPr>
            <a:spLocks xmlns:a="http://schemas.openxmlformats.org/drawingml/2006/main" noGrp="1"/>
          </p:cNvSpPr>
          <p:nvPr/>
        </p:nvSpPr>
        <p:spPr>
          <a:xfrm xmlns:a="http://schemas.openxmlformats.org/drawingml/2006/main">
            <a:off x="3219450" y="3552825"/>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FFFFF"/>
                </a:solidFill>
              </a:defRPr>
            </a:defPPr>
            <a:lvl1pPr>
              <a:buNone/>
              <a:defRPr sz="1650" b="1">
                <a:solidFill>
                  <a:srgbClr val="FFFFFF"/>
                </a:solidFill>
              </a:defRPr>
            </a:lvl1pPr>
            <a:lvl2pPr>
              <a:buNone/>
              <a:defRPr sz="1650" b="1">
                <a:solidFill>
                  <a:srgbClr val="FFFFFF"/>
                </a:solidFill>
              </a:defRPr>
            </a:lvl2pPr>
            <a:lvl3pPr>
              <a:buNone/>
              <a:defRPr sz="1650" b="1">
                <a:solidFill>
                  <a:srgbClr val="FFFFFF"/>
                </a:solidFill>
              </a:defRPr>
            </a:lvl3pPr>
            <a:lvl4pPr>
              <a:buNone/>
              <a:defRPr sz="1650" b="1">
                <a:solidFill>
                  <a:srgbClr val="FFFFFF"/>
                </a:solidFill>
              </a:defRPr>
            </a:lvl4pPr>
            <a:lvl5pPr>
              <a:buNone/>
              <a:defRPr sz="1650" b="1">
                <a:solidFill>
                  <a:srgbClr val="FFFFFF"/>
                </a:solidFill>
              </a:defRPr>
            </a:lvl5pPr>
            <a:lvl6pPr>
              <a:buNone/>
              <a:defRPr sz="1650" b="1">
                <a:solidFill>
                  <a:srgbClr val="FFFFFF"/>
                </a:solidFill>
              </a:defRPr>
            </a:lvl6pPr>
            <a:lvl7pPr>
              <a:buNone/>
              <a:defRPr sz="1650" b="1">
                <a:solidFill>
                  <a:srgbClr val="FFFFFF"/>
                </a:solidFill>
              </a:defRPr>
            </a:lvl7pPr>
            <a:lvl8pPr>
              <a:buNone/>
              <a:defRPr sz="1650" b="1">
                <a:solidFill>
                  <a:srgbClr val="FFFFFF"/>
                </a:solidFill>
              </a:defRPr>
            </a:lvl8pPr>
            <a:lvl9pPr>
              <a:buNone/>
              <a:defRPr sz="1650" b="1">
                <a:solidFill>
                  <a:srgbClr val="FFFFFF"/>
                </a:solidFill>
              </a:defRPr>
            </a:lvl9pPr>
          </a:lstStyle>
          <a:p xmlns:a="http://schemas.openxmlformats.org/drawingml/2006/main">
            <a:pPr>
              <a:buNone/>
              <a:defRPr sz="1650" b="1">
                <a:solidFill>
                  <a:srgbClr val="FFFFFF"/>
                </a:solidFill>
              </a:defRPr>
            </a:pPr>
            <a:r>
              <a:rPr sz="1650" b="1">
                <a:solidFill>
                  <a:srgbClr val="FFFFFF"/>
                </a:solidFill>
              </a:rPr>
              <a:t>Minutes per delivery</a:t>
            </a:r>
          </a:p>
        </p:txBody>
      </p:sp>
      <p:sp>
        <p:nvSpPr>
          <p:cNvPr id="13" name="">
            <a:extLst xmlns:a="http://schemas.openxmlformats.org/drawingml/2006/main">
              <a:ext uri="{FF2B5EF4-FFF2-40B4-BE49-F238E27FC236}">
                <a16:creationId xmlns:a16="http://schemas.microsoft.com/office/drawing/2014/main" id="{939E588B-3A86-499D-A46A-D1777ADCCAFF}"/>
              </a:ext>
            </a:extLst>
          </p:cNvPr>
          <p:cNvSpPr>
            <a:spLocks xmlns:a="http://schemas.openxmlformats.org/drawingml/2006/main" noGrp="1"/>
          </p:cNvSpPr>
          <p:nvPr/>
        </p:nvSpPr>
        <p:spPr>
          <a:xfrm xmlns:a="http://schemas.openxmlformats.org/drawingml/2006/main">
            <a:off x="6096000" y="1752600"/>
            <a:ext cx="19050" cy="3429000"/>
          </a:xfrm>
          <a:prstGeom xmlns:a="http://schemas.openxmlformats.org/drawingml/2006/main" prst="rect">
            <a:avLst/>
          </a:prstGeom>
          <a:solidFill xmlns:a="http://schemas.openxmlformats.org/drawingml/2006/main">
            <a:srgbClr val="46627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577F4C8-7454-438C-B3BF-008511E21794}"/>
              </a:ext>
            </a:extLst>
          </p:cNvPr>
          <p:cNvSpPr>
            <a:spLocks xmlns:a="http://schemas.openxmlformats.org/drawingml/2006/main" noGrp="1"/>
          </p:cNvSpPr>
          <p:nvPr/>
        </p:nvSpPr>
        <p:spPr>
          <a:xfrm xmlns:a="http://schemas.openxmlformats.org/drawingml/2006/main">
            <a:off x="666750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8EC9E2"/>
                </a:solidFill>
              </a:defRPr>
            </a:defPPr>
            <a:lvl1pPr>
              <a:buNone/>
              <a:defRPr sz="1125" b="1">
                <a:solidFill>
                  <a:srgbClr val="8EC9E2"/>
                </a:solidFill>
              </a:defRPr>
            </a:lvl1pPr>
            <a:lvl2pPr>
              <a:buNone/>
              <a:defRPr sz="1125" b="1">
                <a:solidFill>
                  <a:srgbClr val="8EC9E2"/>
                </a:solidFill>
              </a:defRPr>
            </a:lvl2pPr>
            <a:lvl3pPr>
              <a:buNone/>
              <a:defRPr sz="1125" b="1">
                <a:solidFill>
                  <a:srgbClr val="8EC9E2"/>
                </a:solidFill>
              </a:defRPr>
            </a:lvl3pPr>
            <a:lvl4pPr>
              <a:buNone/>
              <a:defRPr sz="1125" b="1">
                <a:solidFill>
                  <a:srgbClr val="8EC9E2"/>
                </a:solidFill>
              </a:defRPr>
            </a:lvl4pPr>
            <a:lvl5pPr>
              <a:buNone/>
              <a:defRPr sz="1125" b="1">
                <a:solidFill>
                  <a:srgbClr val="8EC9E2"/>
                </a:solidFill>
              </a:defRPr>
            </a:lvl5pPr>
            <a:lvl6pPr>
              <a:buNone/>
              <a:defRPr sz="1125" b="1">
                <a:solidFill>
                  <a:srgbClr val="8EC9E2"/>
                </a:solidFill>
              </a:defRPr>
            </a:lvl6pPr>
            <a:lvl7pPr>
              <a:buNone/>
              <a:defRPr sz="1125" b="1">
                <a:solidFill>
                  <a:srgbClr val="8EC9E2"/>
                </a:solidFill>
              </a:defRPr>
            </a:lvl7pPr>
            <a:lvl8pPr>
              <a:buNone/>
              <a:defRPr sz="1125" b="1">
                <a:solidFill>
                  <a:srgbClr val="8EC9E2"/>
                </a:solidFill>
              </a:defRPr>
            </a:lvl8pPr>
            <a:lvl9pPr>
              <a:buNone/>
              <a:defRPr sz="1125" b="1">
                <a:solidFill>
                  <a:srgbClr val="8EC9E2"/>
                </a:solidFill>
              </a:defRPr>
            </a:lvl9pPr>
          </a:lstStyle>
          <a:p xmlns:a="http://schemas.openxmlformats.org/drawingml/2006/main">
            <a:pPr>
              <a:buNone/>
              <a:defRPr sz="1125" b="1">
                <a:solidFill>
                  <a:srgbClr val="8EC9E2"/>
                </a:solidFill>
              </a:defRPr>
            </a:pPr>
            <a:r>
              <a:rPr sz="1125" b="1">
                <a:solidFill>
                  <a:srgbClr val="8EC9E2"/>
                </a:solidFill>
              </a:rPr>
              <a:t>DEPLOYMENT ARTIFACT</a:t>
            </a:r>
          </a:p>
        </p:txBody>
      </p:sp>
      <p:sp>
        <p:nvSpPr>
          <p:cNvPr id="15" name="">
            <a:extLst xmlns:a="http://schemas.openxmlformats.org/drawingml/2006/main">
              <a:ext uri="{FF2B5EF4-FFF2-40B4-BE49-F238E27FC236}">
                <a16:creationId xmlns:a16="http://schemas.microsoft.com/office/drawing/2014/main" id="{862EA1CB-B897-42B5-9945-31BDAB4580C2}"/>
              </a:ext>
            </a:extLst>
          </p:cNvPr>
          <p:cNvSpPr>
            <a:spLocks xmlns:a="http://schemas.openxmlformats.org/drawingml/2006/main" noGrp="1"/>
          </p:cNvSpPr>
          <p:nvPr/>
        </p:nvSpPr>
        <p:spPr>
          <a:xfrm xmlns:a="http://schemas.openxmlformats.org/drawingml/2006/main">
            <a:off x="6667500" y="277177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200" b="1">
                <a:solidFill>
                  <a:srgbClr val="FFFFFF"/>
                </a:solidFill>
              </a:defRPr>
            </a:defPPr>
            <a:lvl1pPr>
              <a:buNone/>
              <a:defRPr sz="4200" b="1">
                <a:solidFill>
                  <a:srgbClr val="FFFFFF"/>
                </a:solidFill>
              </a:defRPr>
            </a:lvl1pPr>
            <a:lvl2pPr>
              <a:buNone/>
              <a:defRPr sz="4200" b="1">
                <a:solidFill>
                  <a:srgbClr val="FFFFFF"/>
                </a:solidFill>
              </a:defRPr>
            </a:lvl2pPr>
            <a:lvl3pPr>
              <a:buNone/>
              <a:defRPr sz="4200" b="1">
                <a:solidFill>
                  <a:srgbClr val="FFFFFF"/>
                </a:solidFill>
              </a:defRPr>
            </a:lvl3pPr>
            <a:lvl4pPr>
              <a:buNone/>
              <a:defRPr sz="4200" b="1">
                <a:solidFill>
                  <a:srgbClr val="FFFFFF"/>
                </a:solidFill>
              </a:defRPr>
            </a:lvl4pPr>
            <a:lvl5pPr>
              <a:buNone/>
              <a:defRPr sz="4200" b="1">
                <a:solidFill>
                  <a:srgbClr val="FFFFFF"/>
                </a:solidFill>
              </a:defRPr>
            </a:lvl5pPr>
            <a:lvl6pPr>
              <a:buNone/>
              <a:defRPr sz="4200" b="1">
                <a:solidFill>
                  <a:srgbClr val="FFFFFF"/>
                </a:solidFill>
              </a:defRPr>
            </a:lvl6pPr>
            <a:lvl7pPr>
              <a:buNone/>
              <a:defRPr sz="4200" b="1">
                <a:solidFill>
                  <a:srgbClr val="FFFFFF"/>
                </a:solidFill>
              </a:defRPr>
            </a:lvl7pPr>
            <a:lvl8pPr>
              <a:buNone/>
              <a:defRPr sz="4200" b="1">
                <a:solidFill>
                  <a:srgbClr val="FFFFFF"/>
                </a:solidFill>
              </a:defRPr>
            </a:lvl8pPr>
            <a:lvl9pPr>
              <a:buNone/>
              <a:defRPr sz="4200" b="1">
                <a:solidFill>
                  <a:srgbClr val="FFFFFF"/>
                </a:solidFill>
              </a:defRPr>
            </a:lvl9pPr>
          </a:lstStyle>
          <a:p xmlns:a="http://schemas.openxmlformats.org/drawingml/2006/main">
            <a:pPr>
              <a:buNone/>
              <a:defRPr sz="4200" b="1">
                <a:solidFill>
                  <a:srgbClr val="FFFFFF"/>
                </a:solidFill>
              </a:defRPr>
            </a:pPr>
            <a:r>
              <a:rPr sz="4200" b="1">
                <a:solidFill>
                  <a:srgbClr val="FFFFFF"/>
                </a:solidFill>
              </a:rPr>
              <a:t>5.8 MB ZIP</a:t>
            </a:r>
          </a:p>
        </p:txBody>
      </p:sp>
      <p:sp>
        <p:nvSpPr>
          <p:cNvPr id="16" name="">
            <a:extLst xmlns:a="http://schemas.openxmlformats.org/drawingml/2006/main">
              <a:ext uri="{FF2B5EF4-FFF2-40B4-BE49-F238E27FC236}">
                <a16:creationId xmlns:a16="http://schemas.microsoft.com/office/drawing/2014/main" id="{B27A117E-71C9-402B-ACD7-408A0FAE5B7C}"/>
              </a:ext>
            </a:extLst>
          </p:cNvPr>
          <p:cNvSpPr>
            <a:spLocks xmlns:a="http://schemas.openxmlformats.org/drawingml/2006/main" noGrp="1"/>
          </p:cNvSpPr>
          <p:nvPr/>
        </p:nvSpPr>
        <p:spPr>
          <a:xfrm xmlns:a="http://schemas.openxmlformats.org/drawingml/2006/main">
            <a:off x="6667500" y="39052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F5B15E"/>
                </a:solidFill>
              </a:defRPr>
            </a:defPPr>
            <a:lvl1pPr>
              <a:buNone/>
              <a:defRPr sz="1575" b="1">
                <a:solidFill>
                  <a:srgbClr val="F5B15E"/>
                </a:solidFill>
              </a:defRPr>
            </a:lvl1pPr>
            <a:lvl2pPr>
              <a:buNone/>
              <a:defRPr sz="1575" b="1">
                <a:solidFill>
                  <a:srgbClr val="F5B15E"/>
                </a:solidFill>
              </a:defRPr>
            </a:lvl2pPr>
            <a:lvl3pPr>
              <a:buNone/>
              <a:defRPr sz="1575" b="1">
                <a:solidFill>
                  <a:srgbClr val="F5B15E"/>
                </a:solidFill>
              </a:defRPr>
            </a:lvl3pPr>
            <a:lvl4pPr>
              <a:buNone/>
              <a:defRPr sz="1575" b="1">
                <a:solidFill>
                  <a:srgbClr val="F5B15E"/>
                </a:solidFill>
              </a:defRPr>
            </a:lvl4pPr>
            <a:lvl5pPr>
              <a:buNone/>
              <a:defRPr sz="1575" b="1">
                <a:solidFill>
                  <a:srgbClr val="F5B15E"/>
                </a:solidFill>
              </a:defRPr>
            </a:lvl5pPr>
            <a:lvl6pPr>
              <a:buNone/>
              <a:defRPr sz="1575" b="1">
                <a:solidFill>
                  <a:srgbClr val="F5B15E"/>
                </a:solidFill>
              </a:defRPr>
            </a:lvl6pPr>
            <a:lvl7pPr>
              <a:buNone/>
              <a:defRPr sz="1575" b="1">
                <a:solidFill>
                  <a:srgbClr val="F5B15E"/>
                </a:solidFill>
              </a:defRPr>
            </a:lvl7pPr>
            <a:lvl8pPr>
              <a:buNone/>
              <a:defRPr sz="1575" b="1">
                <a:solidFill>
                  <a:srgbClr val="F5B15E"/>
                </a:solidFill>
              </a:defRPr>
            </a:lvl8pPr>
            <a:lvl9pPr>
              <a:buNone/>
              <a:defRPr sz="1575" b="1">
                <a:solidFill>
                  <a:srgbClr val="F5B15E"/>
                </a:solidFill>
              </a:defRPr>
            </a:lvl9pPr>
          </a:lstStyle>
          <a:p xmlns:a="http://schemas.openxmlformats.org/drawingml/2006/main">
            <a:pPr>
              <a:buNone/>
              <a:defRPr sz="1575" b="1">
                <a:solidFill>
                  <a:srgbClr val="F5B15E"/>
                </a:solidFill>
              </a:defRPr>
            </a:pPr>
            <a:r>
              <a:rPr sz="1575" b="1">
                <a:solidFill>
                  <a:srgbClr val="F5B15E"/>
                </a:solidFill>
              </a:rPr>
              <a:t>20.2 MB .joblib model</a:t>
            </a:r>
          </a:p>
        </p:txBody>
      </p:sp>
      <p:sp>
        <p:nvSpPr>
          <p:cNvPr id="17" name="">
            <a:extLst xmlns:a="http://schemas.openxmlformats.org/drawingml/2006/main">
              <a:ext uri="{FF2B5EF4-FFF2-40B4-BE49-F238E27FC236}">
                <a16:creationId xmlns:a16="http://schemas.microsoft.com/office/drawing/2014/main" id="{58DB38D2-1F4C-4806-9A6A-5C3653DB9DF6}"/>
              </a:ext>
            </a:extLst>
          </p:cNvPr>
          <p:cNvSpPr>
            <a:spLocks xmlns:a="http://schemas.openxmlformats.org/drawingml/2006/main" noGrp="1"/>
          </p:cNvSpPr>
          <p:nvPr/>
        </p:nvSpPr>
        <p:spPr>
          <a:xfrm xmlns:a="http://schemas.openxmlformats.org/drawingml/2006/main">
            <a:off x="6667500" y="434340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D7E5F1"/>
                </a:solidFill>
              </a:defRPr>
            </a:defPPr>
            <a:lvl1pPr>
              <a:buNone/>
              <a:defRPr sz="1275" b="0">
                <a:solidFill>
                  <a:srgbClr val="D7E5F1"/>
                </a:solidFill>
              </a:defRPr>
            </a:lvl1pPr>
            <a:lvl2pPr>
              <a:buNone/>
              <a:defRPr sz="1275" b="0">
                <a:solidFill>
                  <a:srgbClr val="D7E5F1"/>
                </a:solidFill>
              </a:defRPr>
            </a:lvl2pPr>
            <a:lvl3pPr>
              <a:buNone/>
              <a:defRPr sz="1275" b="0">
                <a:solidFill>
                  <a:srgbClr val="D7E5F1"/>
                </a:solidFill>
              </a:defRPr>
            </a:lvl3pPr>
            <a:lvl4pPr>
              <a:buNone/>
              <a:defRPr sz="1275" b="0">
                <a:solidFill>
                  <a:srgbClr val="D7E5F1"/>
                </a:solidFill>
              </a:defRPr>
            </a:lvl4pPr>
            <a:lvl5pPr>
              <a:buNone/>
              <a:defRPr sz="1275" b="0">
                <a:solidFill>
                  <a:srgbClr val="D7E5F1"/>
                </a:solidFill>
              </a:defRPr>
            </a:lvl5pPr>
            <a:lvl6pPr>
              <a:buNone/>
              <a:defRPr sz="1275" b="0">
                <a:solidFill>
                  <a:srgbClr val="D7E5F1"/>
                </a:solidFill>
              </a:defRPr>
            </a:lvl6pPr>
            <a:lvl7pPr>
              <a:buNone/>
              <a:defRPr sz="1275" b="0">
                <a:solidFill>
                  <a:srgbClr val="D7E5F1"/>
                </a:solidFill>
              </a:defRPr>
            </a:lvl7pPr>
            <a:lvl8pPr>
              <a:buNone/>
              <a:defRPr sz="1275" b="0">
                <a:solidFill>
                  <a:srgbClr val="D7E5F1"/>
                </a:solidFill>
              </a:defRPr>
            </a:lvl8pPr>
            <a:lvl9pPr>
              <a:buNone/>
              <a:defRPr sz="1275" b="0">
                <a:solidFill>
                  <a:srgbClr val="D7E5F1"/>
                </a:solidFill>
              </a:defRPr>
            </a:lvl9pPr>
          </a:lstStyle>
          <a:p xmlns:a="http://schemas.openxmlformats.org/drawingml/2006/main">
            <a:pPr>
              <a:buNone/>
              <a:defRPr sz="1275" b="0">
                <a:solidFill>
                  <a:srgbClr val="D7E5F1"/>
                </a:solidFill>
              </a:defRPr>
            </a:pPr>
            <a:r>
              <a:rPr sz="1275" b="0">
                <a:solidFill>
                  <a:srgbClr val="D7E5F1"/>
                </a:solidFill>
              </a:rPr>
              <a:t>Contains the fitted preprocessing and estimator, metrics, manifest and pinned requirements.</a:t>
            </a:r>
          </a:p>
        </p:txBody>
      </p:sp>
    </p:spTree>
    <p:extLst>
      <p:ext uri="{BB962C8B-B14F-4D97-AF65-F5344CB8AC3E}">
        <p14:creationId xmlns:p14="http://schemas.microsoft.com/office/powerpoint/2010/main" val="210336856"/>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1CAFD07-C781-40AF-BE96-3F715904CA95}"/>
              </a:ext>
            </a:extLst>
          </p:cNvPr>
          <p:cNvSpPr>
            <a:spLocks xmlns:a="http://schemas.openxmlformats.org/drawingml/2006/main" noGrp="1"/>
          </p:cNvSpPr>
          <p:nvPr/>
        </p:nvSpPr>
        <p:spPr>
          <a:xfrm xmlns:a="http://schemas.openxmlformats.org/drawingml/2006/main">
            <a:off x="609600" y="2286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2864A8"/>
                </a:solidFill>
              </a:defRPr>
            </a:defPPr>
            <a:lvl1pPr>
              <a:buNone/>
              <a:defRPr sz="975" b="1">
                <a:solidFill>
                  <a:srgbClr val="2864A8"/>
                </a:solidFill>
              </a:defRPr>
            </a:lvl1pPr>
            <a:lvl2pPr>
              <a:buNone/>
              <a:defRPr sz="975" b="1">
                <a:solidFill>
                  <a:srgbClr val="2864A8"/>
                </a:solidFill>
              </a:defRPr>
            </a:lvl2pPr>
            <a:lvl3pPr>
              <a:buNone/>
              <a:defRPr sz="975" b="1">
                <a:solidFill>
                  <a:srgbClr val="2864A8"/>
                </a:solidFill>
              </a:defRPr>
            </a:lvl3pPr>
            <a:lvl4pPr>
              <a:buNone/>
              <a:defRPr sz="975" b="1">
                <a:solidFill>
                  <a:srgbClr val="2864A8"/>
                </a:solidFill>
              </a:defRPr>
            </a:lvl4pPr>
            <a:lvl5pPr>
              <a:buNone/>
              <a:defRPr sz="975" b="1">
                <a:solidFill>
                  <a:srgbClr val="2864A8"/>
                </a:solidFill>
              </a:defRPr>
            </a:lvl5pPr>
            <a:lvl6pPr>
              <a:buNone/>
              <a:defRPr sz="975" b="1">
                <a:solidFill>
                  <a:srgbClr val="2864A8"/>
                </a:solidFill>
              </a:defRPr>
            </a:lvl6pPr>
            <a:lvl7pPr>
              <a:buNone/>
              <a:defRPr sz="975" b="1">
                <a:solidFill>
                  <a:srgbClr val="2864A8"/>
                </a:solidFill>
              </a:defRPr>
            </a:lvl7pPr>
            <a:lvl8pPr>
              <a:buNone/>
              <a:defRPr sz="975" b="1">
                <a:solidFill>
                  <a:srgbClr val="2864A8"/>
                </a:solidFill>
              </a:defRPr>
            </a:lvl8pPr>
            <a:lvl9pPr>
              <a:buNone/>
              <a:defRPr sz="975" b="1">
                <a:solidFill>
                  <a:srgbClr val="2864A8"/>
                </a:solidFill>
              </a:defRPr>
            </a:lvl9pPr>
          </a:lstStyle>
          <a:p xmlns:a="http://schemas.openxmlformats.org/drawingml/2006/main">
            <a:pPr>
              <a:buNone/>
              <a:defRPr sz="975" b="1">
                <a:solidFill>
                  <a:srgbClr val="2864A8"/>
                </a:solidFill>
              </a:defRPr>
            </a:pPr>
            <a:r>
              <a:rPr sz="975" b="1">
                <a:solidFill>
                  <a:srgbClr val="2864A8"/>
                </a:solidFill>
              </a:rPr>
              <a:t>LAST-MILE DELIVERY  /  ETA PREDICTION</a:t>
            </a:r>
          </a:p>
        </p:txBody>
      </p:sp>
      <p:sp>
        <p:nvSpPr>
          <p:cNvPr id="2" name="">
            <a:extLst xmlns:a="http://schemas.openxmlformats.org/drawingml/2006/main">
              <a:ext uri="{FF2B5EF4-FFF2-40B4-BE49-F238E27FC236}">
                <a16:creationId xmlns:a16="http://schemas.microsoft.com/office/drawing/2014/main" id="{8F909912-AC60-441B-8189-15915E0E56CA}"/>
              </a:ext>
            </a:extLst>
          </p:cNvPr>
          <p:cNvSpPr>
            <a:spLocks xmlns:a="http://schemas.openxmlformats.org/drawingml/2006/main" noGrp="1"/>
          </p:cNvSpPr>
          <p:nvPr/>
        </p:nvSpPr>
        <p:spPr>
          <a:xfrm xmlns:a="http://schemas.openxmlformats.org/drawingml/2006/main">
            <a:off x="11163300" y="2286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536477"/>
                </a:solidFill>
              </a:defRPr>
            </a:defPPr>
            <a:lvl1pPr>
              <a:buNone/>
              <a:defRPr sz="975" b="1">
                <a:solidFill>
                  <a:srgbClr val="536477"/>
                </a:solidFill>
              </a:defRPr>
            </a:lvl1pPr>
            <a:lvl2pPr>
              <a:buNone/>
              <a:defRPr sz="975" b="1">
                <a:solidFill>
                  <a:srgbClr val="536477"/>
                </a:solidFill>
              </a:defRPr>
            </a:lvl2pPr>
            <a:lvl3pPr>
              <a:buNone/>
              <a:defRPr sz="975" b="1">
                <a:solidFill>
                  <a:srgbClr val="536477"/>
                </a:solidFill>
              </a:defRPr>
            </a:lvl3pPr>
            <a:lvl4pPr>
              <a:buNone/>
              <a:defRPr sz="975" b="1">
                <a:solidFill>
                  <a:srgbClr val="536477"/>
                </a:solidFill>
              </a:defRPr>
            </a:lvl4pPr>
            <a:lvl5pPr>
              <a:buNone/>
              <a:defRPr sz="975" b="1">
                <a:solidFill>
                  <a:srgbClr val="536477"/>
                </a:solidFill>
              </a:defRPr>
            </a:lvl5pPr>
            <a:lvl6pPr>
              <a:buNone/>
              <a:defRPr sz="975" b="1">
                <a:solidFill>
                  <a:srgbClr val="536477"/>
                </a:solidFill>
              </a:defRPr>
            </a:lvl6pPr>
            <a:lvl7pPr>
              <a:buNone/>
              <a:defRPr sz="975" b="1">
                <a:solidFill>
                  <a:srgbClr val="536477"/>
                </a:solidFill>
              </a:defRPr>
            </a:lvl7pPr>
            <a:lvl8pPr>
              <a:buNone/>
              <a:defRPr sz="975" b="1">
                <a:solidFill>
                  <a:srgbClr val="536477"/>
                </a:solidFill>
              </a:defRPr>
            </a:lvl8pPr>
            <a:lvl9pPr>
              <a:buNone/>
              <a:defRPr sz="975" b="1">
                <a:solidFill>
                  <a:srgbClr val="536477"/>
                </a:solidFill>
              </a:defRPr>
            </a:lvl9pPr>
          </a:lstStyle>
          <a:p xmlns:a="http://schemas.openxmlformats.org/drawingml/2006/main">
            <a:pPr>
              <a:buNone/>
              <a:defRPr sz="975" b="1">
                <a:solidFill>
                  <a:srgbClr val="536477"/>
                </a:solidFill>
              </a:defRPr>
            </a:pPr>
            <a:r>
              <a:rPr sz="975" b="1">
                <a:solidFill>
                  <a:srgbClr val="536477"/>
                </a:solidFill>
              </a:rPr>
              <a:t>06</a:t>
            </a:r>
          </a:p>
        </p:txBody>
      </p:sp>
      <p:sp>
        <p:nvSpPr>
          <p:cNvPr id="3" name="">
            <a:extLst xmlns:a="http://schemas.openxmlformats.org/drawingml/2006/main">
              <a:ext uri="{FF2B5EF4-FFF2-40B4-BE49-F238E27FC236}">
                <a16:creationId xmlns:a16="http://schemas.microsoft.com/office/drawing/2014/main" id="{9DBB5075-9AF9-4F68-8418-5C1B1971E3DE}"/>
              </a:ext>
            </a:extLst>
          </p:cNvPr>
          <p:cNvSpPr>
            <a:spLocks xmlns:a="http://schemas.openxmlformats.org/drawingml/2006/main" noGrp="1"/>
          </p:cNvSpPr>
          <p:nvPr/>
        </p:nvSpPr>
        <p:spPr>
          <a:xfrm xmlns:a="http://schemas.openxmlformats.org/drawingml/2006/main">
            <a:off x="609600" y="6572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850" b="1">
                <a:solidFill>
                  <a:srgbClr val="14263D"/>
                </a:solidFill>
              </a:defRPr>
            </a:defPPr>
            <a:lvl1pPr>
              <a:buNone/>
              <a:defRPr sz="2850" b="1">
                <a:solidFill>
                  <a:srgbClr val="14263D"/>
                </a:solidFill>
              </a:defRPr>
            </a:lvl1pPr>
            <a:lvl2pPr>
              <a:buNone/>
              <a:defRPr sz="2850" b="1">
                <a:solidFill>
                  <a:srgbClr val="14263D"/>
                </a:solidFill>
              </a:defRPr>
            </a:lvl2pPr>
            <a:lvl3pPr>
              <a:buNone/>
              <a:defRPr sz="2850" b="1">
                <a:solidFill>
                  <a:srgbClr val="14263D"/>
                </a:solidFill>
              </a:defRPr>
            </a:lvl3pPr>
            <a:lvl4pPr>
              <a:buNone/>
              <a:defRPr sz="2850" b="1">
                <a:solidFill>
                  <a:srgbClr val="14263D"/>
                </a:solidFill>
              </a:defRPr>
            </a:lvl4pPr>
            <a:lvl5pPr>
              <a:buNone/>
              <a:defRPr sz="2850" b="1">
                <a:solidFill>
                  <a:srgbClr val="14263D"/>
                </a:solidFill>
              </a:defRPr>
            </a:lvl5pPr>
            <a:lvl6pPr>
              <a:buNone/>
              <a:defRPr sz="2850" b="1">
                <a:solidFill>
                  <a:srgbClr val="14263D"/>
                </a:solidFill>
              </a:defRPr>
            </a:lvl6pPr>
            <a:lvl7pPr>
              <a:buNone/>
              <a:defRPr sz="2850" b="1">
                <a:solidFill>
                  <a:srgbClr val="14263D"/>
                </a:solidFill>
              </a:defRPr>
            </a:lvl7pPr>
            <a:lvl8pPr>
              <a:buNone/>
              <a:defRPr sz="2850" b="1">
                <a:solidFill>
                  <a:srgbClr val="14263D"/>
                </a:solidFill>
              </a:defRPr>
            </a:lvl8pPr>
            <a:lvl9pPr>
              <a:buNone/>
              <a:defRPr sz="2850" b="1">
                <a:solidFill>
                  <a:srgbClr val="14263D"/>
                </a:solidFill>
              </a:defRPr>
            </a:lvl9pPr>
          </a:lstStyle>
          <a:p xmlns:a="http://schemas.openxmlformats.org/drawingml/2006/main">
            <a:pPr>
              <a:buNone/>
              <a:defRPr sz="2850" b="1">
                <a:solidFill>
                  <a:srgbClr val="14263D"/>
                </a:solidFill>
              </a:defRPr>
            </a:pPr>
            <a:r>
              <a:rPr sz="2850" b="1">
                <a:solidFill>
                  <a:srgbClr val="14263D"/>
                </a:solidFill>
              </a:rPr>
              <a:t>Evidence, limits and next steps</a:t>
            </a:r>
          </a:p>
        </p:txBody>
      </p:sp>
      <p:sp>
        <p:nvSpPr>
          <p:cNvPr id="4" name="">
            <a:extLst xmlns:a="http://schemas.openxmlformats.org/drawingml/2006/main">
              <a:ext uri="{FF2B5EF4-FFF2-40B4-BE49-F238E27FC236}">
                <a16:creationId xmlns:a16="http://schemas.microsoft.com/office/drawing/2014/main" id="{A6EF9355-47AE-4CAF-A423-170FB943E2B6}"/>
              </a:ext>
            </a:extLst>
          </p:cNvPr>
          <p:cNvSpPr>
            <a:spLocks xmlns:a="http://schemas.openxmlformats.org/drawingml/2006/main" noGrp="1"/>
          </p:cNvSpPr>
          <p:nvPr/>
        </p:nvSpPr>
        <p:spPr>
          <a:xfrm xmlns:a="http://schemas.openxmlformats.org/drawingml/2006/main">
            <a:off x="609600" y="1323975"/>
            <a:ext cx="685800" cy="47625"/>
          </a:xfrm>
          <a:prstGeom xmlns:a="http://schemas.openxmlformats.org/drawingml/2006/main" prst="roundRect">
            <a:avLst>
              <a:gd name="adj" fmla="val 50000"/>
            </a:avLst>
          </a:prstGeom>
          <a:solidFill xmlns:a="http://schemas.openxmlformats.org/drawingml/2006/main">
            <a:srgbClr val="36B3C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ABC5CBD-7335-4055-AA07-63A54A0BB0F0}"/>
              </a:ext>
            </a:extLst>
          </p:cNvPr>
          <p:cNvSpPr>
            <a:spLocks xmlns:a="http://schemas.openxmlformats.org/drawingml/2006/main" noGrp="1"/>
          </p:cNvSpPr>
          <p:nvPr/>
        </p:nvSpPr>
        <p:spPr>
          <a:xfrm xmlns:a="http://schemas.openxmlformats.org/drawingml/2006/main">
            <a:off x="609600" y="16192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D2B3A"/>
                </a:solidFill>
              </a:defRPr>
            </a:defPPr>
            <a:lvl1pPr>
              <a:buNone/>
              <a:defRPr sz="1725" b="1">
                <a:solidFill>
                  <a:srgbClr val="1D2B3A"/>
                </a:solidFill>
              </a:defRPr>
            </a:lvl1pPr>
            <a:lvl2pPr>
              <a:buNone/>
              <a:defRPr sz="1725" b="1">
                <a:solidFill>
                  <a:srgbClr val="1D2B3A"/>
                </a:solidFill>
              </a:defRPr>
            </a:lvl2pPr>
            <a:lvl3pPr>
              <a:buNone/>
              <a:defRPr sz="1725" b="1">
                <a:solidFill>
                  <a:srgbClr val="1D2B3A"/>
                </a:solidFill>
              </a:defRPr>
            </a:lvl3pPr>
            <a:lvl4pPr>
              <a:buNone/>
              <a:defRPr sz="1725" b="1">
                <a:solidFill>
                  <a:srgbClr val="1D2B3A"/>
                </a:solidFill>
              </a:defRPr>
            </a:lvl4pPr>
            <a:lvl5pPr>
              <a:buNone/>
              <a:defRPr sz="1725" b="1">
                <a:solidFill>
                  <a:srgbClr val="1D2B3A"/>
                </a:solidFill>
              </a:defRPr>
            </a:lvl5pPr>
            <a:lvl6pPr>
              <a:buNone/>
              <a:defRPr sz="1725" b="1">
                <a:solidFill>
                  <a:srgbClr val="1D2B3A"/>
                </a:solidFill>
              </a:defRPr>
            </a:lvl6pPr>
            <a:lvl7pPr>
              <a:buNone/>
              <a:defRPr sz="1725" b="1">
                <a:solidFill>
                  <a:srgbClr val="1D2B3A"/>
                </a:solidFill>
              </a:defRPr>
            </a:lvl7pPr>
            <a:lvl8pPr>
              <a:buNone/>
              <a:defRPr sz="1725" b="1">
                <a:solidFill>
                  <a:srgbClr val="1D2B3A"/>
                </a:solidFill>
              </a:defRPr>
            </a:lvl8pPr>
            <a:lvl9pPr>
              <a:buNone/>
              <a:defRPr sz="1725" b="1">
                <a:solidFill>
                  <a:srgbClr val="1D2B3A"/>
                </a:solidFill>
              </a:defRPr>
            </a:lvl9pPr>
          </a:lstStyle>
          <a:p xmlns:a="http://schemas.openxmlformats.org/drawingml/2006/main">
            <a:pPr>
              <a:buNone/>
              <a:defRPr sz="1725" b="1">
                <a:solidFill>
                  <a:srgbClr val="1D2B3A"/>
                </a:solidFill>
              </a:defRPr>
            </a:pPr>
            <a:r>
              <a:rPr sz="1725" b="1">
                <a:solidFill>
                  <a:srgbClr val="1D2B3A"/>
                </a:solidFill>
              </a:rPr>
              <a:t>Random Forest achieved the lowest MAE on the 20% comparison split</a:t>
            </a:r>
          </a:p>
        </p:txBody>
      </p:sp>
      <p:sp>
        <p:nvSpPr>
          <p:cNvPr id="6" name="">
            <a:extLst xmlns:a="http://schemas.openxmlformats.org/drawingml/2006/main">
              <a:ext uri="{FF2B5EF4-FFF2-40B4-BE49-F238E27FC236}">
                <a16:creationId xmlns:a16="http://schemas.microsoft.com/office/drawing/2014/main" id="{968572A7-7EBF-4AA4-A295-6B8B642021D4}"/>
              </a:ext>
            </a:extLst>
          </p:cNvPr>
          <p:cNvSpPr>
            <a:spLocks xmlns:a="http://schemas.openxmlformats.org/drawingml/2006/main" noGrp="1"/>
          </p:cNvSpPr>
          <p:nvPr/>
        </p:nvSpPr>
        <p:spPr>
          <a:xfrm xmlns:a="http://schemas.openxmlformats.org/drawingml/2006/main">
            <a:off x="609600" y="2381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2864A8"/>
                </a:solidFill>
              </a:defRPr>
            </a:defPPr>
            <a:lvl1pPr>
              <a:buNone/>
              <a:defRPr sz="1125" b="1">
                <a:solidFill>
                  <a:srgbClr val="2864A8"/>
                </a:solidFill>
              </a:defRPr>
            </a:lvl1pPr>
            <a:lvl2pPr>
              <a:buNone/>
              <a:defRPr sz="1125" b="1">
                <a:solidFill>
                  <a:srgbClr val="2864A8"/>
                </a:solidFill>
              </a:defRPr>
            </a:lvl2pPr>
            <a:lvl3pPr>
              <a:buNone/>
              <a:defRPr sz="1125" b="1">
                <a:solidFill>
                  <a:srgbClr val="2864A8"/>
                </a:solidFill>
              </a:defRPr>
            </a:lvl3pPr>
            <a:lvl4pPr>
              <a:buNone/>
              <a:defRPr sz="1125" b="1">
                <a:solidFill>
                  <a:srgbClr val="2864A8"/>
                </a:solidFill>
              </a:defRPr>
            </a:lvl4pPr>
            <a:lvl5pPr>
              <a:buNone/>
              <a:defRPr sz="1125" b="1">
                <a:solidFill>
                  <a:srgbClr val="2864A8"/>
                </a:solidFill>
              </a:defRPr>
            </a:lvl5pPr>
            <a:lvl6pPr>
              <a:buNone/>
              <a:defRPr sz="1125" b="1">
                <a:solidFill>
                  <a:srgbClr val="2864A8"/>
                </a:solidFill>
              </a:defRPr>
            </a:lvl6pPr>
            <a:lvl7pPr>
              <a:buNone/>
              <a:defRPr sz="1125" b="1">
                <a:solidFill>
                  <a:srgbClr val="2864A8"/>
                </a:solidFill>
              </a:defRPr>
            </a:lvl7pPr>
            <a:lvl8pPr>
              <a:buNone/>
              <a:defRPr sz="1125" b="1">
                <a:solidFill>
                  <a:srgbClr val="2864A8"/>
                </a:solidFill>
              </a:defRPr>
            </a:lvl8pPr>
            <a:lvl9pPr>
              <a:buNone/>
              <a:defRPr sz="1125" b="1">
                <a:solidFill>
                  <a:srgbClr val="2864A8"/>
                </a:solidFill>
              </a:defRPr>
            </a:lvl9pPr>
          </a:lstStyle>
          <a:p xmlns:a="http://schemas.openxmlformats.org/drawingml/2006/main">
            <a:pPr>
              <a:buNone/>
              <a:defRPr sz="1125" b="1">
                <a:solidFill>
                  <a:srgbClr val="2864A8"/>
                </a:solidFill>
              </a:defRPr>
            </a:pPr>
            <a:r>
              <a:rPr sz="1125" b="1">
                <a:solidFill>
                  <a:srgbClr val="2864A8"/>
                </a:solidFill>
              </a:rPr>
              <a:t>Selected model</a:t>
            </a:r>
          </a:p>
        </p:txBody>
      </p:sp>
      <p:sp>
        <p:nvSpPr>
          <p:cNvPr id="7" name="">
            <a:extLst xmlns:a="http://schemas.openxmlformats.org/drawingml/2006/main">
              <a:ext uri="{FF2B5EF4-FFF2-40B4-BE49-F238E27FC236}">
                <a16:creationId xmlns:a16="http://schemas.microsoft.com/office/drawing/2014/main" id="{0546333B-417A-42C5-84E6-0E1EBE578838}"/>
              </a:ext>
            </a:extLst>
          </p:cNvPr>
          <p:cNvSpPr>
            <a:spLocks xmlns:a="http://schemas.openxmlformats.org/drawingml/2006/main" noGrp="1"/>
          </p:cNvSpPr>
          <p:nvPr/>
        </p:nvSpPr>
        <p:spPr>
          <a:xfrm xmlns:a="http://schemas.openxmlformats.org/drawingml/2006/main">
            <a:off x="3228975" y="2381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2864A8"/>
                </a:solidFill>
              </a:defRPr>
            </a:defPPr>
            <a:lvl1pPr>
              <a:buNone/>
              <a:defRPr sz="1125" b="1">
                <a:solidFill>
                  <a:srgbClr val="2864A8"/>
                </a:solidFill>
              </a:defRPr>
            </a:lvl1pPr>
            <a:lvl2pPr>
              <a:buNone/>
              <a:defRPr sz="1125" b="1">
                <a:solidFill>
                  <a:srgbClr val="2864A8"/>
                </a:solidFill>
              </a:defRPr>
            </a:lvl2pPr>
            <a:lvl3pPr>
              <a:buNone/>
              <a:defRPr sz="1125" b="1">
                <a:solidFill>
                  <a:srgbClr val="2864A8"/>
                </a:solidFill>
              </a:defRPr>
            </a:lvl3pPr>
            <a:lvl4pPr>
              <a:buNone/>
              <a:defRPr sz="1125" b="1">
                <a:solidFill>
                  <a:srgbClr val="2864A8"/>
                </a:solidFill>
              </a:defRPr>
            </a:lvl4pPr>
            <a:lvl5pPr>
              <a:buNone/>
              <a:defRPr sz="1125" b="1">
                <a:solidFill>
                  <a:srgbClr val="2864A8"/>
                </a:solidFill>
              </a:defRPr>
            </a:lvl5pPr>
            <a:lvl6pPr>
              <a:buNone/>
              <a:defRPr sz="1125" b="1">
                <a:solidFill>
                  <a:srgbClr val="2864A8"/>
                </a:solidFill>
              </a:defRPr>
            </a:lvl6pPr>
            <a:lvl7pPr>
              <a:buNone/>
              <a:defRPr sz="1125" b="1">
                <a:solidFill>
                  <a:srgbClr val="2864A8"/>
                </a:solidFill>
              </a:defRPr>
            </a:lvl7pPr>
            <a:lvl8pPr>
              <a:buNone/>
              <a:defRPr sz="1125" b="1">
                <a:solidFill>
                  <a:srgbClr val="2864A8"/>
                </a:solidFill>
              </a:defRPr>
            </a:lvl8pPr>
            <a:lvl9pPr>
              <a:buNone/>
              <a:defRPr sz="1125" b="1">
                <a:solidFill>
                  <a:srgbClr val="2864A8"/>
                </a:solidFill>
              </a:defRPr>
            </a:lvl9pPr>
          </a:lstStyle>
          <a:p xmlns:a="http://schemas.openxmlformats.org/drawingml/2006/main">
            <a:pPr>
              <a:buNone/>
              <a:defRPr sz="1125" b="1">
                <a:solidFill>
                  <a:srgbClr val="2864A8"/>
                </a:solidFill>
              </a:defRPr>
            </a:pPr>
            <a:r>
              <a:rPr sz="1125" b="1">
                <a:solidFill>
                  <a:srgbClr val="2864A8"/>
                </a:solidFill>
              </a:rPr>
              <a:t>MAE (min)</a:t>
            </a:r>
          </a:p>
        </p:txBody>
      </p:sp>
      <p:sp>
        <p:nvSpPr>
          <p:cNvPr id="8" name="">
            <a:extLst xmlns:a="http://schemas.openxmlformats.org/drawingml/2006/main">
              <a:ext uri="{FF2B5EF4-FFF2-40B4-BE49-F238E27FC236}">
                <a16:creationId xmlns:a16="http://schemas.microsoft.com/office/drawing/2014/main" id="{90EF78E3-1E1B-4B6C-8C52-593B500405FE}"/>
              </a:ext>
            </a:extLst>
          </p:cNvPr>
          <p:cNvSpPr>
            <a:spLocks xmlns:a="http://schemas.openxmlformats.org/drawingml/2006/main" noGrp="1"/>
          </p:cNvSpPr>
          <p:nvPr/>
        </p:nvSpPr>
        <p:spPr>
          <a:xfrm xmlns:a="http://schemas.openxmlformats.org/drawingml/2006/main">
            <a:off x="5848350" y="2381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2864A8"/>
                </a:solidFill>
              </a:defRPr>
            </a:defPPr>
            <a:lvl1pPr>
              <a:buNone/>
              <a:defRPr sz="1125" b="1">
                <a:solidFill>
                  <a:srgbClr val="2864A8"/>
                </a:solidFill>
              </a:defRPr>
            </a:lvl1pPr>
            <a:lvl2pPr>
              <a:buNone/>
              <a:defRPr sz="1125" b="1">
                <a:solidFill>
                  <a:srgbClr val="2864A8"/>
                </a:solidFill>
              </a:defRPr>
            </a:lvl2pPr>
            <a:lvl3pPr>
              <a:buNone/>
              <a:defRPr sz="1125" b="1">
                <a:solidFill>
                  <a:srgbClr val="2864A8"/>
                </a:solidFill>
              </a:defRPr>
            </a:lvl3pPr>
            <a:lvl4pPr>
              <a:buNone/>
              <a:defRPr sz="1125" b="1">
                <a:solidFill>
                  <a:srgbClr val="2864A8"/>
                </a:solidFill>
              </a:defRPr>
            </a:lvl4pPr>
            <a:lvl5pPr>
              <a:buNone/>
              <a:defRPr sz="1125" b="1">
                <a:solidFill>
                  <a:srgbClr val="2864A8"/>
                </a:solidFill>
              </a:defRPr>
            </a:lvl5pPr>
            <a:lvl6pPr>
              <a:buNone/>
              <a:defRPr sz="1125" b="1">
                <a:solidFill>
                  <a:srgbClr val="2864A8"/>
                </a:solidFill>
              </a:defRPr>
            </a:lvl6pPr>
            <a:lvl7pPr>
              <a:buNone/>
              <a:defRPr sz="1125" b="1">
                <a:solidFill>
                  <a:srgbClr val="2864A8"/>
                </a:solidFill>
              </a:defRPr>
            </a:lvl7pPr>
            <a:lvl8pPr>
              <a:buNone/>
              <a:defRPr sz="1125" b="1">
                <a:solidFill>
                  <a:srgbClr val="2864A8"/>
                </a:solidFill>
              </a:defRPr>
            </a:lvl8pPr>
            <a:lvl9pPr>
              <a:buNone/>
              <a:defRPr sz="1125" b="1">
                <a:solidFill>
                  <a:srgbClr val="2864A8"/>
                </a:solidFill>
              </a:defRPr>
            </a:lvl9pPr>
          </a:lstStyle>
          <a:p xmlns:a="http://schemas.openxmlformats.org/drawingml/2006/main">
            <a:pPr>
              <a:buNone/>
              <a:defRPr sz="1125" b="1">
                <a:solidFill>
                  <a:srgbClr val="2864A8"/>
                </a:solidFill>
              </a:defRPr>
            </a:pPr>
            <a:r>
              <a:rPr sz="1125" b="1">
                <a:solidFill>
                  <a:srgbClr val="2864A8"/>
                </a:solidFill>
              </a:rPr>
              <a:t>RMSE (min)</a:t>
            </a:r>
          </a:p>
        </p:txBody>
      </p:sp>
      <p:sp>
        <p:nvSpPr>
          <p:cNvPr id="9" name="">
            <a:extLst xmlns:a="http://schemas.openxmlformats.org/drawingml/2006/main">
              <a:ext uri="{FF2B5EF4-FFF2-40B4-BE49-F238E27FC236}">
                <a16:creationId xmlns:a16="http://schemas.microsoft.com/office/drawing/2014/main" id="{804320C0-1D4D-4423-859C-5FA221FD2897}"/>
              </a:ext>
            </a:extLst>
          </p:cNvPr>
          <p:cNvSpPr>
            <a:spLocks xmlns:a="http://schemas.openxmlformats.org/drawingml/2006/main" noGrp="1"/>
          </p:cNvSpPr>
          <p:nvPr/>
        </p:nvSpPr>
        <p:spPr>
          <a:xfrm xmlns:a="http://schemas.openxmlformats.org/drawingml/2006/main">
            <a:off x="8467725" y="2381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2864A8"/>
                </a:solidFill>
              </a:defRPr>
            </a:defPPr>
            <a:lvl1pPr>
              <a:buNone/>
              <a:defRPr sz="1125" b="1">
                <a:solidFill>
                  <a:srgbClr val="2864A8"/>
                </a:solidFill>
              </a:defRPr>
            </a:lvl1pPr>
            <a:lvl2pPr>
              <a:buNone/>
              <a:defRPr sz="1125" b="1">
                <a:solidFill>
                  <a:srgbClr val="2864A8"/>
                </a:solidFill>
              </a:defRPr>
            </a:lvl2pPr>
            <a:lvl3pPr>
              <a:buNone/>
              <a:defRPr sz="1125" b="1">
                <a:solidFill>
                  <a:srgbClr val="2864A8"/>
                </a:solidFill>
              </a:defRPr>
            </a:lvl3pPr>
            <a:lvl4pPr>
              <a:buNone/>
              <a:defRPr sz="1125" b="1">
                <a:solidFill>
                  <a:srgbClr val="2864A8"/>
                </a:solidFill>
              </a:defRPr>
            </a:lvl4pPr>
            <a:lvl5pPr>
              <a:buNone/>
              <a:defRPr sz="1125" b="1">
                <a:solidFill>
                  <a:srgbClr val="2864A8"/>
                </a:solidFill>
              </a:defRPr>
            </a:lvl5pPr>
            <a:lvl6pPr>
              <a:buNone/>
              <a:defRPr sz="1125" b="1">
                <a:solidFill>
                  <a:srgbClr val="2864A8"/>
                </a:solidFill>
              </a:defRPr>
            </a:lvl6pPr>
            <a:lvl7pPr>
              <a:buNone/>
              <a:defRPr sz="1125" b="1">
                <a:solidFill>
                  <a:srgbClr val="2864A8"/>
                </a:solidFill>
              </a:defRPr>
            </a:lvl7pPr>
            <a:lvl8pPr>
              <a:buNone/>
              <a:defRPr sz="1125" b="1">
                <a:solidFill>
                  <a:srgbClr val="2864A8"/>
                </a:solidFill>
              </a:defRPr>
            </a:lvl8pPr>
            <a:lvl9pPr>
              <a:buNone/>
              <a:defRPr sz="1125" b="1">
                <a:solidFill>
                  <a:srgbClr val="2864A8"/>
                </a:solidFill>
              </a:defRPr>
            </a:lvl9pPr>
          </a:lstStyle>
          <a:p xmlns:a="http://schemas.openxmlformats.org/drawingml/2006/main">
            <a:pPr>
              <a:buNone/>
              <a:defRPr sz="1125" b="1">
                <a:solidFill>
                  <a:srgbClr val="2864A8"/>
                </a:solidFill>
              </a:defRPr>
            </a:pPr>
            <a:r>
              <a:rPr sz="1125" b="1">
                <a:solidFill>
                  <a:srgbClr val="2864A8"/>
                </a:solidFill>
              </a:rPr>
              <a:t>MAPE · R²</a:t>
            </a:r>
          </a:p>
        </p:txBody>
      </p:sp>
      <p:sp>
        <p:nvSpPr>
          <p:cNvPr id="10" name="">
            <a:extLst xmlns:a="http://schemas.openxmlformats.org/drawingml/2006/main">
              <a:ext uri="{FF2B5EF4-FFF2-40B4-BE49-F238E27FC236}">
                <a16:creationId xmlns:a16="http://schemas.microsoft.com/office/drawing/2014/main" id="{E674189F-FA9F-4848-89D9-EC80D3F985C2}"/>
              </a:ext>
            </a:extLst>
          </p:cNvPr>
          <p:cNvSpPr>
            <a:spLocks xmlns:a="http://schemas.openxmlformats.org/drawingml/2006/main" noGrp="1"/>
          </p:cNvSpPr>
          <p:nvPr/>
        </p:nvSpPr>
        <p:spPr>
          <a:xfrm xmlns:a="http://schemas.openxmlformats.org/drawingml/2006/main">
            <a:off x="609600" y="2733675"/>
            <a:ext cx="10477500" cy="19050"/>
          </a:xfrm>
          <a:prstGeom xmlns:a="http://schemas.openxmlformats.org/drawingml/2006/main" prst="rect">
            <a:avLst/>
          </a:prstGeom>
          <a:solidFill xmlns:a="http://schemas.openxmlformats.org/drawingml/2006/main">
            <a:srgbClr val="D7DEE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1CEC3D0-CF7A-4F84-B18F-0231736DF9FF}"/>
              </a:ext>
            </a:extLst>
          </p:cNvPr>
          <p:cNvSpPr>
            <a:spLocks xmlns:a="http://schemas.openxmlformats.org/drawingml/2006/main" noGrp="1"/>
          </p:cNvSpPr>
          <p:nvPr/>
        </p:nvSpPr>
        <p:spPr>
          <a:xfrm xmlns:a="http://schemas.openxmlformats.org/drawingml/2006/main">
            <a:off x="609600" y="2952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536477"/>
                </a:solidFill>
              </a:defRPr>
            </a:defPPr>
            <a:lvl1pPr>
              <a:buNone/>
              <a:defRPr sz="1425" b="0">
                <a:solidFill>
                  <a:srgbClr val="536477"/>
                </a:solidFill>
              </a:defRPr>
            </a:lvl1pPr>
            <a:lvl2pPr>
              <a:buNone/>
              <a:defRPr sz="1425" b="0">
                <a:solidFill>
                  <a:srgbClr val="536477"/>
                </a:solidFill>
              </a:defRPr>
            </a:lvl2pPr>
            <a:lvl3pPr>
              <a:buNone/>
              <a:defRPr sz="1425" b="0">
                <a:solidFill>
                  <a:srgbClr val="536477"/>
                </a:solidFill>
              </a:defRPr>
            </a:lvl3pPr>
            <a:lvl4pPr>
              <a:buNone/>
              <a:defRPr sz="1425" b="0">
                <a:solidFill>
                  <a:srgbClr val="536477"/>
                </a:solidFill>
              </a:defRPr>
            </a:lvl4pPr>
            <a:lvl5pPr>
              <a:buNone/>
              <a:defRPr sz="1425" b="0">
                <a:solidFill>
                  <a:srgbClr val="536477"/>
                </a:solidFill>
              </a:defRPr>
            </a:lvl5pPr>
            <a:lvl6pPr>
              <a:buNone/>
              <a:defRPr sz="1425" b="0">
                <a:solidFill>
                  <a:srgbClr val="536477"/>
                </a:solidFill>
              </a:defRPr>
            </a:lvl6pPr>
            <a:lvl7pPr>
              <a:buNone/>
              <a:defRPr sz="1425" b="0">
                <a:solidFill>
                  <a:srgbClr val="536477"/>
                </a:solidFill>
              </a:defRPr>
            </a:lvl7pPr>
            <a:lvl8pPr>
              <a:buNone/>
              <a:defRPr sz="1425" b="0">
                <a:solidFill>
                  <a:srgbClr val="536477"/>
                </a:solidFill>
              </a:defRPr>
            </a:lvl8pPr>
            <a:lvl9pPr>
              <a:buNone/>
              <a:defRPr sz="1425" b="0">
                <a:solidFill>
                  <a:srgbClr val="536477"/>
                </a:solidFill>
              </a:defRPr>
            </a:lvl9pPr>
          </a:lstStyle>
          <a:p xmlns:a="http://schemas.openxmlformats.org/drawingml/2006/main">
            <a:pPr>
              <a:buNone/>
              <a:defRPr sz="1425" b="0">
                <a:solidFill>
                  <a:srgbClr val="536477"/>
                </a:solidFill>
              </a:defRPr>
            </a:pPr>
            <a:r>
              <a:rPr sz="1425" b="0">
                <a:solidFill>
                  <a:srgbClr val="536477"/>
                </a:solidFill>
              </a:rPr>
              <a:t>Random Forest</a:t>
            </a:r>
          </a:p>
        </p:txBody>
      </p:sp>
      <p:sp>
        <p:nvSpPr>
          <p:cNvPr id="12" name="">
            <a:extLst xmlns:a="http://schemas.openxmlformats.org/drawingml/2006/main">
              <a:ext uri="{FF2B5EF4-FFF2-40B4-BE49-F238E27FC236}">
                <a16:creationId xmlns:a16="http://schemas.microsoft.com/office/drawing/2014/main" id="{E6B5DBB8-56CD-4ADE-B8B3-F022D42DA8BD}"/>
              </a:ext>
            </a:extLst>
          </p:cNvPr>
          <p:cNvSpPr>
            <a:spLocks xmlns:a="http://schemas.openxmlformats.org/drawingml/2006/main" noGrp="1"/>
          </p:cNvSpPr>
          <p:nvPr/>
        </p:nvSpPr>
        <p:spPr>
          <a:xfrm xmlns:a="http://schemas.openxmlformats.org/drawingml/2006/main">
            <a:off x="3228975" y="2952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536477"/>
                </a:solidFill>
              </a:defRPr>
            </a:defPPr>
            <a:lvl1pPr>
              <a:buNone/>
              <a:defRPr sz="1425" b="0">
                <a:solidFill>
                  <a:srgbClr val="536477"/>
                </a:solidFill>
              </a:defRPr>
            </a:lvl1pPr>
            <a:lvl2pPr>
              <a:buNone/>
              <a:defRPr sz="1425" b="0">
                <a:solidFill>
                  <a:srgbClr val="536477"/>
                </a:solidFill>
              </a:defRPr>
            </a:lvl2pPr>
            <a:lvl3pPr>
              <a:buNone/>
              <a:defRPr sz="1425" b="0">
                <a:solidFill>
                  <a:srgbClr val="536477"/>
                </a:solidFill>
              </a:defRPr>
            </a:lvl3pPr>
            <a:lvl4pPr>
              <a:buNone/>
              <a:defRPr sz="1425" b="0">
                <a:solidFill>
                  <a:srgbClr val="536477"/>
                </a:solidFill>
              </a:defRPr>
            </a:lvl4pPr>
            <a:lvl5pPr>
              <a:buNone/>
              <a:defRPr sz="1425" b="0">
                <a:solidFill>
                  <a:srgbClr val="536477"/>
                </a:solidFill>
              </a:defRPr>
            </a:lvl5pPr>
            <a:lvl6pPr>
              <a:buNone/>
              <a:defRPr sz="1425" b="0">
                <a:solidFill>
                  <a:srgbClr val="536477"/>
                </a:solidFill>
              </a:defRPr>
            </a:lvl6pPr>
            <a:lvl7pPr>
              <a:buNone/>
              <a:defRPr sz="1425" b="0">
                <a:solidFill>
                  <a:srgbClr val="536477"/>
                </a:solidFill>
              </a:defRPr>
            </a:lvl7pPr>
            <a:lvl8pPr>
              <a:buNone/>
              <a:defRPr sz="1425" b="0">
                <a:solidFill>
                  <a:srgbClr val="536477"/>
                </a:solidFill>
              </a:defRPr>
            </a:lvl8pPr>
            <a:lvl9pPr>
              <a:buNone/>
              <a:defRPr sz="1425" b="0">
                <a:solidFill>
                  <a:srgbClr val="536477"/>
                </a:solidFill>
              </a:defRPr>
            </a:lvl9pPr>
          </a:lstStyle>
          <a:p xmlns:a="http://schemas.openxmlformats.org/drawingml/2006/main">
            <a:pPr>
              <a:buNone/>
              <a:defRPr sz="1425" b="0">
                <a:solidFill>
                  <a:srgbClr val="536477"/>
                </a:solidFill>
              </a:defRPr>
            </a:pPr>
            <a:r>
              <a:rPr sz="1425" b="0">
                <a:solidFill>
                  <a:srgbClr val="536477"/>
                </a:solidFill>
              </a:rPr>
              <a:t>16.85</a:t>
            </a:r>
          </a:p>
        </p:txBody>
      </p:sp>
      <p:sp>
        <p:nvSpPr>
          <p:cNvPr id="13" name="">
            <a:extLst xmlns:a="http://schemas.openxmlformats.org/drawingml/2006/main">
              <a:ext uri="{FF2B5EF4-FFF2-40B4-BE49-F238E27FC236}">
                <a16:creationId xmlns:a16="http://schemas.microsoft.com/office/drawing/2014/main" id="{72F62EC5-3D07-4344-91C3-32AB22979F7B}"/>
              </a:ext>
            </a:extLst>
          </p:cNvPr>
          <p:cNvSpPr>
            <a:spLocks xmlns:a="http://schemas.openxmlformats.org/drawingml/2006/main" noGrp="1"/>
          </p:cNvSpPr>
          <p:nvPr/>
        </p:nvSpPr>
        <p:spPr>
          <a:xfrm xmlns:a="http://schemas.openxmlformats.org/drawingml/2006/main">
            <a:off x="5848350" y="2952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536477"/>
                </a:solidFill>
              </a:defRPr>
            </a:defPPr>
            <a:lvl1pPr>
              <a:buNone/>
              <a:defRPr sz="1425" b="0">
                <a:solidFill>
                  <a:srgbClr val="536477"/>
                </a:solidFill>
              </a:defRPr>
            </a:lvl1pPr>
            <a:lvl2pPr>
              <a:buNone/>
              <a:defRPr sz="1425" b="0">
                <a:solidFill>
                  <a:srgbClr val="536477"/>
                </a:solidFill>
              </a:defRPr>
            </a:lvl2pPr>
            <a:lvl3pPr>
              <a:buNone/>
              <a:defRPr sz="1425" b="0">
                <a:solidFill>
                  <a:srgbClr val="536477"/>
                </a:solidFill>
              </a:defRPr>
            </a:lvl3pPr>
            <a:lvl4pPr>
              <a:buNone/>
              <a:defRPr sz="1425" b="0">
                <a:solidFill>
                  <a:srgbClr val="536477"/>
                </a:solidFill>
              </a:defRPr>
            </a:lvl4pPr>
            <a:lvl5pPr>
              <a:buNone/>
              <a:defRPr sz="1425" b="0">
                <a:solidFill>
                  <a:srgbClr val="536477"/>
                </a:solidFill>
              </a:defRPr>
            </a:lvl5pPr>
            <a:lvl6pPr>
              <a:buNone/>
              <a:defRPr sz="1425" b="0">
                <a:solidFill>
                  <a:srgbClr val="536477"/>
                </a:solidFill>
              </a:defRPr>
            </a:lvl6pPr>
            <a:lvl7pPr>
              <a:buNone/>
              <a:defRPr sz="1425" b="0">
                <a:solidFill>
                  <a:srgbClr val="536477"/>
                </a:solidFill>
              </a:defRPr>
            </a:lvl7pPr>
            <a:lvl8pPr>
              <a:buNone/>
              <a:defRPr sz="1425" b="0">
                <a:solidFill>
                  <a:srgbClr val="536477"/>
                </a:solidFill>
              </a:defRPr>
            </a:lvl8pPr>
            <a:lvl9pPr>
              <a:buNone/>
              <a:defRPr sz="1425" b="0">
                <a:solidFill>
                  <a:srgbClr val="536477"/>
                </a:solidFill>
              </a:defRPr>
            </a:lvl9pPr>
          </a:lstStyle>
          <a:p xmlns:a="http://schemas.openxmlformats.org/drawingml/2006/main">
            <a:pPr>
              <a:buNone/>
              <a:defRPr sz="1425" b="0">
                <a:solidFill>
                  <a:srgbClr val="536477"/>
                </a:solidFill>
              </a:defRPr>
            </a:pPr>
            <a:r>
              <a:rPr sz="1425" b="0">
                <a:solidFill>
                  <a:srgbClr val="536477"/>
                </a:solidFill>
              </a:rPr>
              <a:t>21.83</a:t>
            </a:r>
          </a:p>
        </p:txBody>
      </p:sp>
      <p:sp>
        <p:nvSpPr>
          <p:cNvPr id="14" name="">
            <a:extLst xmlns:a="http://schemas.openxmlformats.org/drawingml/2006/main">
              <a:ext uri="{FF2B5EF4-FFF2-40B4-BE49-F238E27FC236}">
                <a16:creationId xmlns:a16="http://schemas.microsoft.com/office/drawing/2014/main" id="{592D835F-194C-41C5-871E-3076DE176BF7}"/>
              </a:ext>
            </a:extLst>
          </p:cNvPr>
          <p:cNvSpPr>
            <a:spLocks xmlns:a="http://schemas.openxmlformats.org/drawingml/2006/main" noGrp="1"/>
          </p:cNvSpPr>
          <p:nvPr/>
        </p:nvSpPr>
        <p:spPr>
          <a:xfrm xmlns:a="http://schemas.openxmlformats.org/drawingml/2006/main">
            <a:off x="8467725" y="29527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536477"/>
                </a:solidFill>
              </a:defRPr>
            </a:defPPr>
            <a:lvl1pPr>
              <a:buNone/>
              <a:defRPr sz="1425" b="0">
                <a:solidFill>
                  <a:srgbClr val="536477"/>
                </a:solidFill>
              </a:defRPr>
            </a:lvl1pPr>
            <a:lvl2pPr>
              <a:buNone/>
              <a:defRPr sz="1425" b="0">
                <a:solidFill>
                  <a:srgbClr val="536477"/>
                </a:solidFill>
              </a:defRPr>
            </a:lvl2pPr>
            <a:lvl3pPr>
              <a:buNone/>
              <a:defRPr sz="1425" b="0">
                <a:solidFill>
                  <a:srgbClr val="536477"/>
                </a:solidFill>
              </a:defRPr>
            </a:lvl3pPr>
            <a:lvl4pPr>
              <a:buNone/>
              <a:defRPr sz="1425" b="0">
                <a:solidFill>
                  <a:srgbClr val="536477"/>
                </a:solidFill>
              </a:defRPr>
            </a:lvl4pPr>
            <a:lvl5pPr>
              <a:buNone/>
              <a:defRPr sz="1425" b="0">
                <a:solidFill>
                  <a:srgbClr val="536477"/>
                </a:solidFill>
              </a:defRPr>
            </a:lvl5pPr>
            <a:lvl6pPr>
              <a:buNone/>
              <a:defRPr sz="1425" b="0">
                <a:solidFill>
                  <a:srgbClr val="536477"/>
                </a:solidFill>
              </a:defRPr>
            </a:lvl6pPr>
            <a:lvl7pPr>
              <a:buNone/>
              <a:defRPr sz="1425" b="0">
                <a:solidFill>
                  <a:srgbClr val="536477"/>
                </a:solidFill>
              </a:defRPr>
            </a:lvl7pPr>
            <a:lvl8pPr>
              <a:buNone/>
              <a:defRPr sz="1425" b="0">
                <a:solidFill>
                  <a:srgbClr val="536477"/>
                </a:solidFill>
              </a:defRPr>
            </a:lvl8pPr>
            <a:lvl9pPr>
              <a:buNone/>
              <a:defRPr sz="1425" b="0">
                <a:solidFill>
                  <a:srgbClr val="536477"/>
                </a:solidFill>
              </a:defRPr>
            </a:lvl9pPr>
          </a:lstStyle>
          <a:p xmlns:a="http://schemas.openxmlformats.org/drawingml/2006/main">
            <a:pPr>
              <a:buNone/>
              <a:defRPr sz="1425" b="0">
                <a:solidFill>
                  <a:srgbClr val="536477"/>
                </a:solidFill>
              </a:defRPr>
            </a:pPr>
            <a:r>
              <a:rPr sz="1425" b="0">
                <a:solidFill>
                  <a:srgbClr val="536477"/>
                </a:solidFill>
              </a:rPr>
              <a:t>15.57% · 0.821</a:t>
            </a:r>
          </a:p>
        </p:txBody>
      </p:sp>
      <p:sp>
        <p:nvSpPr>
          <p:cNvPr id="15" name="">
            <a:extLst xmlns:a="http://schemas.openxmlformats.org/drawingml/2006/main">
              <a:ext uri="{FF2B5EF4-FFF2-40B4-BE49-F238E27FC236}">
                <a16:creationId xmlns:a16="http://schemas.microsoft.com/office/drawing/2014/main" id="{D81463AA-FAE4-409C-96F7-2C4C4B0BAE3F}"/>
              </a:ext>
            </a:extLst>
          </p:cNvPr>
          <p:cNvSpPr>
            <a:spLocks xmlns:a="http://schemas.openxmlformats.org/drawingml/2006/main" noGrp="1"/>
          </p:cNvSpPr>
          <p:nvPr/>
        </p:nvSpPr>
        <p:spPr>
          <a:xfrm xmlns:a="http://schemas.openxmlformats.org/drawingml/2006/main">
            <a:off x="609600" y="39433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347C68"/>
                </a:solidFill>
              </a:defRPr>
            </a:defPPr>
            <a:lvl1pPr>
              <a:buNone/>
              <a:defRPr sz="1200" b="1">
                <a:solidFill>
                  <a:srgbClr val="347C68"/>
                </a:solidFill>
              </a:defRPr>
            </a:lvl1pPr>
            <a:lvl2pPr>
              <a:buNone/>
              <a:defRPr sz="1200" b="1">
                <a:solidFill>
                  <a:srgbClr val="347C68"/>
                </a:solidFill>
              </a:defRPr>
            </a:lvl2pPr>
            <a:lvl3pPr>
              <a:buNone/>
              <a:defRPr sz="1200" b="1">
                <a:solidFill>
                  <a:srgbClr val="347C68"/>
                </a:solidFill>
              </a:defRPr>
            </a:lvl3pPr>
            <a:lvl4pPr>
              <a:buNone/>
              <a:defRPr sz="1200" b="1">
                <a:solidFill>
                  <a:srgbClr val="347C68"/>
                </a:solidFill>
              </a:defRPr>
            </a:lvl4pPr>
            <a:lvl5pPr>
              <a:buNone/>
              <a:defRPr sz="1200" b="1">
                <a:solidFill>
                  <a:srgbClr val="347C68"/>
                </a:solidFill>
              </a:defRPr>
            </a:lvl5pPr>
            <a:lvl6pPr>
              <a:buNone/>
              <a:defRPr sz="1200" b="1">
                <a:solidFill>
                  <a:srgbClr val="347C68"/>
                </a:solidFill>
              </a:defRPr>
            </a:lvl6pPr>
            <a:lvl7pPr>
              <a:buNone/>
              <a:defRPr sz="1200" b="1">
                <a:solidFill>
                  <a:srgbClr val="347C68"/>
                </a:solidFill>
              </a:defRPr>
            </a:lvl7pPr>
            <a:lvl8pPr>
              <a:buNone/>
              <a:defRPr sz="1200" b="1">
                <a:solidFill>
                  <a:srgbClr val="347C68"/>
                </a:solidFill>
              </a:defRPr>
            </a:lvl8pPr>
            <a:lvl9pPr>
              <a:buNone/>
              <a:defRPr sz="1200" b="1">
                <a:solidFill>
                  <a:srgbClr val="347C68"/>
                </a:solidFill>
              </a:defRPr>
            </a:lvl9pPr>
          </a:lstStyle>
          <a:p xmlns:a="http://schemas.openxmlformats.org/drawingml/2006/main">
            <a:pPr>
              <a:buNone/>
              <a:defRPr sz="1200" b="1">
                <a:solidFill>
                  <a:srgbClr val="347C68"/>
                </a:solidFill>
              </a:defRPr>
            </a:pPr>
            <a:r>
              <a:rPr sz="1200" b="1">
                <a:solidFill>
                  <a:srgbClr val="347C68"/>
                </a:solidFill>
              </a:rPr>
              <a:t>Comparison</a:t>
            </a:r>
          </a:p>
        </p:txBody>
      </p:sp>
      <p:sp>
        <p:nvSpPr>
          <p:cNvPr id="16" name="">
            <a:extLst xmlns:a="http://schemas.openxmlformats.org/drawingml/2006/main">
              <a:ext uri="{FF2B5EF4-FFF2-40B4-BE49-F238E27FC236}">
                <a16:creationId xmlns:a16="http://schemas.microsoft.com/office/drawing/2014/main" id="{9CACD3A4-D28D-49FB-AC47-B755783CA90F}"/>
              </a:ext>
            </a:extLst>
          </p:cNvPr>
          <p:cNvSpPr>
            <a:spLocks xmlns:a="http://schemas.openxmlformats.org/drawingml/2006/main" noGrp="1"/>
          </p:cNvSpPr>
          <p:nvPr/>
        </p:nvSpPr>
        <p:spPr>
          <a:xfrm xmlns:a="http://schemas.openxmlformats.org/drawingml/2006/main">
            <a:off x="609600" y="4343400"/>
            <a:ext cx="1047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1D2B3A"/>
                </a:solidFill>
              </a:defRPr>
            </a:defPPr>
            <a:lvl1pPr>
              <a:buNone/>
              <a:defRPr sz="1725" b="1">
                <a:solidFill>
                  <a:srgbClr val="1D2B3A"/>
                </a:solidFill>
              </a:defRPr>
            </a:lvl1pPr>
            <a:lvl2pPr>
              <a:buNone/>
              <a:defRPr sz="1725" b="1">
                <a:solidFill>
                  <a:srgbClr val="1D2B3A"/>
                </a:solidFill>
              </a:defRPr>
            </a:lvl2pPr>
            <a:lvl3pPr>
              <a:buNone/>
              <a:defRPr sz="1725" b="1">
                <a:solidFill>
                  <a:srgbClr val="1D2B3A"/>
                </a:solidFill>
              </a:defRPr>
            </a:lvl3pPr>
            <a:lvl4pPr>
              <a:buNone/>
              <a:defRPr sz="1725" b="1">
                <a:solidFill>
                  <a:srgbClr val="1D2B3A"/>
                </a:solidFill>
              </a:defRPr>
            </a:lvl4pPr>
            <a:lvl5pPr>
              <a:buNone/>
              <a:defRPr sz="1725" b="1">
                <a:solidFill>
                  <a:srgbClr val="1D2B3A"/>
                </a:solidFill>
              </a:defRPr>
            </a:lvl5pPr>
            <a:lvl6pPr>
              <a:buNone/>
              <a:defRPr sz="1725" b="1">
                <a:solidFill>
                  <a:srgbClr val="1D2B3A"/>
                </a:solidFill>
              </a:defRPr>
            </a:lvl6pPr>
            <a:lvl7pPr>
              <a:buNone/>
              <a:defRPr sz="1725" b="1">
                <a:solidFill>
                  <a:srgbClr val="1D2B3A"/>
                </a:solidFill>
              </a:defRPr>
            </a:lvl7pPr>
            <a:lvl8pPr>
              <a:buNone/>
              <a:defRPr sz="1725" b="1">
                <a:solidFill>
                  <a:srgbClr val="1D2B3A"/>
                </a:solidFill>
              </a:defRPr>
            </a:lvl8pPr>
            <a:lvl9pPr>
              <a:buNone/>
              <a:defRPr sz="1725" b="1">
                <a:solidFill>
                  <a:srgbClr val="1D2B3A"/>
                </a:solidFill>
              </a:defRPr>
            </a:lvl9pPr>
          </a:lstStyle>
          <a:p xmlns:a="http://schemas.openxmlformats.org/drawingml/2006/main">
            <a:pPr>
              <a:buNone/>
              <a:defRPr sz="1725" b="1">
                <a:solidFill>
                  <a:srgbClr val="1D2B3A"/>
                </a:solidFill>
              </a:defRPr>
            </a:pPr>
            <a:r>
              <a:rPr sz="1725" b="1">
                <a:solidFill>
                  <a:srgbClr val="1D2B3A"/>
                </a:solidFill>
              </a:rPr>
              <a:t>Extra Trees MAE 17.87 min · Ridge baseline MAE 25.82 min · 3-fold CV MAE 17.92 min (12,000-row sample)</a:t>
            </a:r>
          </a:p>
        </p:txBody>
      </p:sp>
      <p:sp>
        <p:nvSpPr>
          <p:cNvPr id="17" name="">
            <a:extLst xmlns:a="http://schemas.openxmlformats.org/drawingml/2006/main">
              <a:ext uri="{FF2B5EF4-FFF2-40B4-BE49-F238E27FC236}">
                <a16:creationId xmlns:a16="http://schemas.microsoft.com/office/drawing/2014/main" id="{84442B20-850E-48B2-B095-3AF5E2442B04}"/>
              </a:ext>
            </a:extLst>
          </p:cNvPr>
          <p:cNvSpPr>
            <a:spLocks xmlns:a="http://schemas.openxmlformats.org/drawingml/2006/main" noGrp="1"/>
          </p:cNvSpPr>
          <p:nvPr/>
        </p:nvSpPr>
        <p:spPr>
          <a:xfrm xmlns:a="http://schemas.openxmlformats.org/drawingml/2006/main">
            <a:off x="609600" y="5467350"/>
            <a:ext cx="10477500" cy="590550"/>
          </a:xfrm>
          <a:prstGeom xmlns:a="http://schemas.openxmlformats.org/drawingml/2006/main" prst="roundRect">
            <a:avLst>
              <a:gd name="adj" fmla="val 12903"/>
            </a:avLst>
          </a:prstGeom>
          <a:solidFill xmlns:a="http://schemas.openxmlformats.org/drawingml/2006/main">
            <a:srgbClr val="FBEFE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3AA0814-E8A9-4BD2-9629-5933C9CC3778}"/>
              </a:ext>
            </a:extLst>
          </p:cNvPr>
          <p:cNvSpPr>
            <a:spLocks xmlns:a="http://schemas.openxmlformats.org/drawingml/2006/main" noGrp="1"/>
          </p:cNvSpPr>
          <p:nvPr/>
        </p:nvSpPr>
        <p:spPr>
          <a:xfrm xmlns:a="http://schemas.openxmlformats.org/drawingml/2006/main">
            <a:off x="819150" y="5572125"/>
            <a:ext cx="9810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8A4D18"/>
                </a:solidFill>
              </a:defRPr>
            </a:defPPr>
            <a:lvl1pPr>
              <a:buNone/>
              <a:defRPr sz="1350" b="1">
                <a:solidFill>
                  <a:srgbClr val="8A4D18"/>
                </a:solidFill>
              </a:defRPr>
            </a:lvl1pPr>
            <a:lvl2pPr>
              <a:buNone/>
              <a:defRPr sz="1350" b="1">
                <a:solidFill>
                  <a:srgbClr val="8A4D18"/>
                </a:solidFill>
              </a:defRPr>
            </a:lvl2pPr>
            <a:lvl3pPr>
              <a:buNone/>
              <a:defRPr sz="1350" b="1">
                <a:solidFill>
                  <a:srgbClr val="8A4D18"/>
                </a:solidFill>
              </a:defRPr>
            </a:lvl3pPr>
            <a:lvl4pPr>
              <a:buNone/>
              <a:defRPr sz="1350" b="1">
                <a:solidFill>
                  <a:srgbClr val="8A4D18"/>
                </a:solidFill>
              </a:defRPr>
            </a:lvl4pPr>
            <a:lvl5pPr>
              <a:buNone/>
              <a:defRPr sz="1350" b="1">
                <a:solidFill>
                  <a:srgbClr val="8A4D18"/>
                </a:solidFill>
              </a:defRPr>
            </a:lvl5pPr>
            <a:lvl6pPr>
              <a:buNone/>
              <a:defRPr sz="1350" b="1">
                <a:solidFill>
                  <a:srgbClr val="8A4D18"/>
                </a:solidFill>
              </a:defRPr>
            </a:lvl6pPr>
            <a:lvl7pPr>
              <a:buNone/>
              <a:defRPr sz="1350" b="1">
                <a:solidFill>
                  <a:srgbClr val="8A4D18"/>
                </a:solidFill>
              </a:defRPr>
            </a:lvl7pPr>
            <a:lvl8pPr>
              <a:buNone/>
              <a:defRPr sz="1350" b="1">
                <a:solidFill>
                  <a:srgbClr val="8A4D18"/>
                </a:solidFill>
              </a:defRPr>
            </a:lvl8pPr>
            <a:lvl9pPr>
              <a:buNone/>
              <a:defRPr sz="1350" b="1">
                <a:solidFill>
                  <a:srgbClr val="8A4D18"/>
                </a:solidFill>
              </a:defRPr>
            </a:lvl9pPr>
          </a:lstStyle>
          <a:p xmlns:a="http://schemas.openxmlformats.org/drawingml/2006/main">
            <a:pPr>
              <a:buNone/>
              <a:defRPr sz="1350" b="1">
                <a:solidFill>
                  <a:srgbClr val="8A4D18"/>
                </a:solidFill>
              </a:defRPr>
            </a:pPr>
            <a:r>
              <a:rPr sz="1350" b="1">
                <a:solidFill>
                  <a:srgbClr val="8A4D18"/>
                </a:solidFill>
              </a:rPr>
              <a:t>Target median 125 min (range 10–270). Verify units; this split also informed model selection.</a:t>
            </a:r>
          </a:p>
        </p:txBody>
      </p:sp>
    </p:spTree>
    <p:extLst>
      <p:ext uri="{BB962C8B-B14F-4D97-AF65-F5344CB8AC3E}">
        <p14:creationId xmlns:p14="http://schemas.microsoft.com/office/powerpoint/2010/main" val="19281669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2026-10-21T17:39:13.4900000Z</dcterms:created>
  <dcterms:modified xsi:type="dcterms:W3CDTF">2026-10-21T17:39:13.4910000Z</dcterms:modified>
</coreProperties>
</file>